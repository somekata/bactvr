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FCC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CC14F-AECF-4FA3-9FD9-6C0D0B7B0985}" v="28" dt="2025-11-20T04:35:36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金子　幸弘" userId="c80965df-394f-4e01-b0de-74b8374becb4" providerId="ADAL" clId="{262EFA67-6362-4890-B5D2-6DECAEAAC466}"/>
    <pc:docChg chg="custSel addSld delSld modSld">
      <pc:chgData name="金子　幸弘" userId="c80965df-394f-4e01-b0de-74b8374becb4" providerId="ADAL" clId="{262EFA67-6362-4890-B5D2-6DECAEAAC466}" dt="2025-11-20T04:36:40.886" v="160" actId="166"/>
      <pc:docMkLst>
        <pc:docMk/>
      </pc:docMkLst>
      <pc:sldChg chg="new del">
        <pc:chgData name="金子　幸弘" userId="c80965df-394f-4e01-b0de-74b8374becb4" providerId="ADAL" clId="{262EFA67-6362-4890-B5D2-6DECAEAAC466}" dt="2025-11-20T03:25:27.940" v="2" actId="47"/>
        <pc:sldMkLst>
          <pc:docMk/>
          <pc:sldMk cId="405558401" sldId="256"/>
        </pc:sldMkLst>
      </pc:sldChg>
      <pc:sldChg chg="addSp delSp modSp new mod">
        <pc:chgData name="金子　幸弘" userId="c80965df-394f-4e01-b0de-74b8374becb4" providerId="ADAL" clId="{262EFA67-6362-4890-B5D2-6DECAEAAC466}" dt="2025-11-20T04:36:40.886" v="160" actId="166"/>
        <pc:sldMkLst>
          <pc:docMk/>
          <pc:sldMk cId="2400186489" sldId="257"/>
        </pc:sldMkLst>
        <pc:spChg chg="add mod">
          <ac:chgData name="金子　幸弘" userId="c80965df-394f-4e01-b0de-74b8374becb4" providerId="ADAL" clId="{262EFA67-6362-4890-B5D2-6DECAEAAC466}" dt="2025-11-20T04:34:33.824" v="149" actId="164"/>
          <ac:spMkLst>
            <pc:docMk/>
            <pc:sldMk cId="2400186489" sldId="257"/>
            <ac:spMk id="2" creationId="{5DC13AB6-601E-751D-CC22-F82FDE90F378}"/>
          </ac:spMkLst>
        </pc:spChg>
        <pc:spChg chg="add del mod">
          <ac:chgData name="金子　幸弘" userId="c80965df-394f-4e01-b0de-74b8374becb4" providerId="ADAL" clId="{262EFA67-6362-4890-B5D2-6DECAEAAC466}" dt="2025-11-20T03:25:52.176" v="9" actId="478"/>
          <ac:spMkLst>
            <pc:docMk/>
            <pc:sldMk cId="2400186489" sldId="257"/>
            <ac:spMk id="3" creationId="{A72D0E84-B6DA-DBA7-0CEB-FF2B73831D21}"/>
          </ac:spMkLst>
        </pc:spChg>
        <pc:spChg chg="add mod">
          <ac:chgData name="金子　幸弘" userId="c80965df-394f-4e01-b0de-74b8374becb4" providerId="ADAL" clId="{262EFA67-6362-4890-B5D2-6DECAEAAC466}" dt="2025-11-20T04:34:33.824" v="149" actId="164"/>
          <ac:spMkLst>
            <pc:docMk/>
            <pc:sldMk cId="2400186489" sldId="257"/>
            <ac:spMk id="4" creationId="{52E1077F-8364-D6B2-47B9-A8C23590107E}"/>
          </ac:spMkLst>
        </pc:spChg>
        <pc:spChg chg="add mod ord">
          <ac:chgData name="金子　幸弘" userId="c80965df-394f-4e01-b0de-74b8374becb4" providerId="ADAL" clId="{262EFA67-6362-4890-B5D2-6DECAEAAC466}" dt="2025-11-20T04:34:33.824" v="149" actId="164"/>
          <ac:spMkLst>
            <pc:docMk/>
            <pc:sldMk cId="2400186489" sldId="257"/>
            <ac:spMk id="5" creationId="{38BC09E2-BBF3-9501-D0D5-C7CABAC106C3}"/>
          </ac:spMkLst>
        </pc:spChg>
        <pc:spChg chg="add mod ord topLvl">
          <ac:chgData name="金子　幸弘" userId="c80965df-394f-4e01-b0de-74b8374becb4" providerId="ADAL" clId="{262EFA67-6362-4890-B5D2-6DECAEAAC466}" dt="2025-11-20T03:31:20.857" v="103" actId="164"/>
          <ac:spMkLst>
            <pc:docMk/>
            <pc:sldMk cId="2400186489" sldId="257"/>
            <ac:spMk id="6" creationId="{8549966C-ACD6-BC6A-DE44-27F406D578F7}"/>
          </ac:spMkLst>
        </pc:spChg>
        <pc:spChg chg="add del mod">
          <ac:chgData name="金子　幸弘" userId="c80965df-394f-4e01-b0de-74b8374becb4" providerId="ADAL" clId="{262EFA67-6362-4890-B5D2-6DECAEAAC466}" dt="2025-11-20T03:27:49.696" v="52" actId="478"/>
          <ac:spMkLst>
            <pc:docMk/>
            <pc:sldMk cId="2400186489" sldId="257"/>
            <ac:spMk id="7" creationId="{25EF4DB5-A0EE-ECB3-2FD8-387A29909D67}"/>
          </ac:spMkLst>
        </pc:spChg>
        <pc:spChg chg="add del mod ord topLvl">
          <ac:chgData name="金子　幸弘" userId="c80965df-394f-4e01-b0de-74b8374becb4" providerId="ADAL" clId="{262EFA67-6362-4890-B5D2-6DECAEAAC466}" dt="2025-11-20T03:31:16.421" v="102" actId="478"/>
          <ac:spMkLst>
            <pc:docMk/>
            <pc:sldMk cId="2400186489" sldId="257"/>
            <ac:spMk id="8" creationId="{94EDBAFC-C8DE-1A2D-B3FA-A4199A40B634}"/>
          </ac:spMkLst>
        </pc:spChg>
        <pc:spChg chg="add del mod">
          <ac:chgData name="金子　幸弘" userId="c80965df-394f-4e01-b0de-74b8374becb4" providerId="ADAL" clId="{262EFA67-6362-4890-B5D2-6DECAEAAC466}" dt="2025-11-20T03:30:38.429" v="89" actId="478"/>
          <ac:spMkLst>
            <pc:docMk/>
            <pc:sldMk cId="2400186489" sldId="257"/>
            <ac:spMk id="10" creationId="{845B484D-1711-E9FD-44DA-6E87643565FE}"/>
          </ac:spMkLst>
        </pc:spChg>
        <pc:spChg chg="add del mod">
          <ac:chgData name="金子　幸弘" userId="c80965df-394f-4e01-b0de-74b8374becb4" providerId="ADAL" clId="{262EFA67-6362-4890-B5D2-6DECAEAAC466}" dt="2025-11-20T03:30:39.207" v="90" actId="478"/>
          <ac:spMkLst>
            <pc:docMk/>
            <pc:sldMk cId="2400186489" sldId="257"/>
            <ac:spMk id="11" creationId="{0354028D-873F-0F32-54CC-BA99DB91C3BB}"/>
          </ac:spMkLst>
        </pc:spChg>
        <pc:spChg chg="add mod">
          <ac:chgData name="金子　幸弘" userId="c80965df-394f-4e01-b0de-74b8374becb4" providerId="ADAL" clId="{262EFA67-6362-4890-B5D2-6DECAEAAC466}" dt="2025-11-20T04:34:33.824" v="149" actId="164"/>
          <ac:spMkLst>
            <pc:docMk/>
            <pc:sldMk cId="2400186489" sldId="257"/>
            <ac:spMk id="12" creationId="{B7E6A838-0EDB-8417-87BC-E57E292DD151}"/>
          </ac:spMkLst>
        </pc:spChg>
        <pc:spChg chg="add mod">
          <ac:chgData name="金子　幸弘" userId="c80965df-394f-4e01-b0de-74b8374becb4" providerId="ADAL" clId="{262EFA67-6362-4890-B5D2-6DECAEAAC466}" dt="2025-11-20T04:34:33.824" v="149" actId="164"/>
          <ac:spMkLst>
            <pc:docMk/>
            <pc:sldMk cId="2400186489" sldId="257"/>
            <ac:spMk id="13" creationId="{FA4A1A59-46C0-9B4A-AE86-644336D0904E}"/>
          </ac:spMkLst>
        </pc:spChg>
        <pc:spChg chg="add mod">
          <ac:chgData name="金子　幸弘" userId="c80965df-394f-4e01-b0de-74b8374becb4" providerId="ADAL" clId="{262EFA67-6362-4890-B5D2-6DECAEAAC466}" dt="2025-11-20T04:36:20.166" v="155" actId="1036"/>
          <ac:spMkLst>
            <pc:docMk/>
            <pc:sldMk cId="2400186489" sldId="257"/>
            <ac:spMk id="14" creationId="{62374EF2-B0A1-E71A-B3CE-467BBFEA324E}"/>
          </ac:spMkLst>
        </pc:spChg>
        <pc:spChg chg="add mod ord">
          <ac:chgData name="金子　幸弘" userId="c80965df-394f-4e01-b0de-74b8374becb4" providerId="ADAL" clId="{262EFA67-6362-4890-B5D2-6DECAEAAC466}" dt="2025-11-20T03:31:20.857" v="103" actId="164"/>
          <ac:spMkLst>
            <pc:docMk/>
            <pc:sldMk cId="2400186489" sldId="257"/>
            <ac:spMk id="15" creationId="{C1264AA6-2E86-0182-D8CB-AF8A3D9789A6}"/>
          </ac:spMkLst>
        </pc:spChg>
        <pc:spChg chg="add del mod">
          <ac:chgData name="金子　幸弘" userId="c80965df-394f-4e01-b0de-74b8374becb4" providerId="ADAL" clId="{262EFA67-6362-4890-B5D2-6DECAEAAC466}" dt="2025-11-20T03:31:07.894" v="100" actId="478"/>
          <ac:spMkLst>
            <pc:docMk/>
            <pc:sldMk cId="2400186489" sldId="257"/>
            <ac:spMk id="16" creationId="{B2250ED2-5955-9562-82E6-BBE1660876BD}"/>
          </ac:spMkLst>
        </pc:spChg>
        <pc:spChg chg="mod">
          <ac:chgData name="金子　幸弘" userId="c80965df-394f-4e01-b0de-74b8374becb4" providerId="ADAL" clId="{262EFA67-6362-4890-B5D2-6DECAEAAC466}" dt="2025-11-20T03:31:22.372" v="104"/>
          <ac:spMkLst>
            <pc:docMk/>
            <pc:sldMk cId="2400186489" sldId="257"/>
            <ac:spMk id="19" creationId="{3DCBF38B-3AD7-8D58-567B-29FE4A1C535C}"/>
          </ac:spMkLst>
        </pc:spChg>
        <pc:spChg chg="mod">
          <ac:chgData name="金子　幸弘" userId="c80965df-394f-4e01-b0de-74b8374becb4" providerId="ADAL" clId="{262EFA67-6362-4890-B5D2-6DECAEAAC466}" dt="2025-11-20T03:31:22.372" v="104"/>
          <ac:spMkLst>
            <pc:docMk/>
            <pc:sldMk cId="2400186489" sldId="257"/>
            <ac:spMk id="20" creationId="{8484D21B-EBB5-A922-BC7D-C06C9EA8D0A0}"/>
          </ac:spMkLst>
        </pc:spChg>
        <pc:spChg chg="add mod ord">
          <ac:chgData name="金子　幸弘" userId="c80965df-394f-4e01-b0de-74b8374becb4" providerId="ADAL" clId="{262EFA67-6362-4890-B5D2-6DECAEAAC466}" dt="2025-11-20T04:36:40.886" v="160" actId="166"/>
          <ac:spMkLst>
            <pc:docMk/>
            <pc:sldMk cId="2400186489" sldId="257"/>
            <ac:spMk id="21" creationId="{E8A72112-3D8B-DFDA-CA7E-1932C4261F05}"/>
          </ac:spMkLst>
        </pc:spChg>
        <pc:spChg chg="add mod">
          <ac:chgData name="金子　幸弘" userId="c80965df-394f-4e01-b0de-74b8374becb4" providerId="ADAL" clId="{262EFA67-6362-4890-B5D2-6DECAEAAC466}" dt="2025-11-20T04:36:25.837" v="157" actId="1076"/>
          <ac:spMkLst>
            <pc:docMk/>
            <pc:sldMk cId="2400186489" sldId="257"/>
            <ac:spMk id="22" creationId="{61EE5A5B-DACD-67F5-D350-EC2D7BE19E4F}"/>
          </ac:spMkLst>
        </pc:spChg>
        <pc:spChg chg="add mod">
          <ac:chgData name="金子　幸弘" userId="c80965df-394f-4e01-b0de-74b8374becb4" providerId="ADAL" clId="{262EFA67-6362-4890-B5D2-6DECAEAAC466}" dt="2025-11-20T04:36:28.077" v="158" actId="1076"/>
          <ac:spMkLst>
            <pc:docMk/>
            <pc:sldMk cId="2400186489" sldId="257"/>
            <ac:spMk id="23" creationId="{A95CCCE5-A377-0E21-0A80-C867DDB1168D}"/>
          </ac:spMkLst>
        </pc:spChg>
        <pc:spChg chg="add mod">
          <ac:chgData name="金子　幸弘" userId="c80965df-394f-4e01-b0de-74b8374becb4" providerId="ADAL" clId="{262EFA67-6362-4890-B5D2-6DECAEAAC466}" dt="2025-11-20T04:36:22.582" v="156" actId="1076"/>
          <ac:spMkLst>
            <pc:docMk/>
            <pc:sldMk cId="2400186489" sldId="257"/>
            <ac:spMk id="25" creationId="{D268A54E-7EC5-709E-9836-10DAB1C18BD7}"/>
          </ac:spMkLst>
        </pc:spChg>
        <pc:grpChg chg="add del mod">
          <ac:chgData name="金子　幸弘" userId="c80965df-394f-4e01-b0de-74b8374becb4" providerId="ADAL" clId="{262EFA67-6362-4890-B5D2-6DECAEAAC466}" dt="2025-11-20T03:31:14.877" v="101" actId="165"/>
          <ac:grpSpMkLst>
            <pc:docMk/>
            <pc:sldMk cId="2400186489" sldId="257"/>
            <ac:grpSpMk id="9" creationId="{844318E5-2BBE-C260-A495-261DEAF56719}"/>
          </ac:grpSpMkLst>
        </pc:grpChg>
        <pc:grpChg chg="add mod ord">
          <ac:chgData name="金子　幸弘" userId="c80965df-394f-4e01-b0de-74b8374becb4" providerId="ADAL" clId="{262EFA67-6362-4890-B5D2-6DECAEAAC466}" dt="2025-11-20T04:34:33.824" v="149" actId="164"/>
          <ac:grpSpMkLst>
            <pc:docMk/>
            <pc:sldMk cId="2400186489" sldId="257"/>
            <ac:grpSpMk id="17" creationId="{60FEC895-611E-A337-B410-AA05B9C5431D}"/>
          </ac:grpSpMkLst>
        </pc:grpChg>
        <pc:grpChg chg="add mod ord">
          <ac:chgData name="金子　幸弘" userId="c80965df-394f-4e01-b0de-74b8374becb4" providerId="ADAL" clId="{262EFA67-6362-4890-B5D2-6DECAEAAC466}" dt="2025-11-20T04:34:33.824" v="149" actId="164"/>
          <ac:grpSpMkLst>
            <pc:docMk/>
            <pc:sldMk cId="2400186489" sldId="257"/>
            <ac:grpSpMk id="18" creationId="{DD0BF80F-221B-6E0C-FDDB-978E3022B3D2}"/>
          </ac:grpSpMkLst>
        </pc:grpChg>
        <pc:grpChg chg="add mod">
          <ac:chgData name="金子　幸弘" userId="c80965df-394f-4e01-b0de-74b8374becb4" providerId="ADAL" clId="{262EFA67-6362-4890-B5D2-6DECAEAAC466}" dt="2025-11-20T04:34:33.824" v="149" actId="164"/>
          <ac:grpSpMkLst>
            <pc:docMk/>
            <pc:sldMk cId="2400186489" sldId="257"/>
            <ac:grpSpMk id="24" creationId="{F6E7A1C7-EFD5-E464-0A17-6F3A8F687D97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DFC7B5-4F48-B456-9B38-A0E91C57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6911E7-BB87-C0E6-37A2-D5D72DC0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BB30FE-CA7C-9ED9-C201-6EA8B4B1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BDD080-57A4-C3B0-BDEF-A5DE0AAC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EACDF1-9BFC-D1A2-BDD4-44DC1658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3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E56536-3A1E-FE2F-70E4-D7C80405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EC3A62-3704-1F12-44EF-1901A38E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C819A3-6E50-5A7A-5CB0-1C4B0E7F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A7CC48-8774-3417-7334-73512A22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DCCF3-D9E1-BAEA-9B94-DB39D59E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82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8C1EC6-828F-222C-40B3-ADB8B0E0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B7FE1C-3767-490D-0612-89026FDB6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F59967-3EC0-BF38-8F2C-DBB6BBF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86058-2CA7-9FC3-CAE3-4C8E8F3B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5CD60C-65DD-38BA-F3AD-97843973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24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2BAF4-8573-DEDA-7B71-84D2F56A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6DDECB-1A36-D919-06F4-9DF69D4B9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14C0B1-38B2-04F9-E802-2B114FFDD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F67082-5CF2-7018-7139-68E2796E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98D864-4430-6A44-8D6B-A8D87232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5968E4-2067-0D4E-D6AA-5D86A3ED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95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41244-D506-157F-675F-F0119896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3E7C0B-DB58-574C-D389-A5BBDB37C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E951E-5F85-90D2-1194-77F1D95FC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AF5479-96CD-6C62-A53F-83033A6FC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85073A-BD81-7F11-4596-FF775F260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530666-9574-061F-720F-E99A7358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9B747D-D7C7-D27C-D935-273C469E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6EB84E-BC39-E738-16DE-6CD164F3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1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5260FC-F0F9-4D46-9164-6B8ED2F55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A61241-4EA7-32C4-D1D6-924F05E7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499D11-3CA9-BD09-275B-296BB511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8BCED0-EE22-9CCA-57EA-1A453464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13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3B0AFA-00A6-1587-20C9-A74178B9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E98BFB-F8B3-B113-EF19-C069D027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BF79AE-410F-C089-F47F-48B64931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45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13AB8-9EB9-CCF8-6D12-44D9A9ED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6D2ACB-838D-9829-575C-19D70F19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5DEEA7-C4ED-56C9-BC36-3421064B8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8DB042-AC6D-990B-B60B-856D8558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83E498-6216-203C-D417-422A4926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4A308F-23AF-0444-8D91-51F0C21E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15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6FD31-A38A-EC78-1932-380C0C08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138F3AF-4CDE-EF8C-B380-B628B7DA5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840273-5F48-CEA6-AFBA-72C4F6B59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267925-2DBC-1FFD-F3EA-92A584C7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2E901A-A06D-AD65-97CC-E026EE4B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D88605-4CB6-BBB1-CCB5-FB2650AF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3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1BF20-32BE-FEA7-C79F-59CE9C09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DF7DE9-770F-2BE3-A52E-D86E8B1BA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AC7A18-E4D1-1CFA-42AB-9F6B498B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89058A-20BA-75FC-27E2-91868C11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6363BD-F7D2-2E3D-73DC-095D704B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09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78341AA-3CE2-76D3-2D2B-CEED8BF8C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15C271-64D4-AB71-4056-D65FC07F2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B7A955-DC01-B30D-79C4-C3943CE0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F420F-F9AE-4AA5-9277-25AD7E33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90FD6A-ECA2-D294-0E21-C66B10EF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75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C2B831E-8E06-1A25-0D63-0111D476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A8DC60-4219-AAAF-E0D1-6B4AAFB47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319E15-1300-E0B2-979A-0F79C67AE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25F89-AA81-49A1-BE66-2429DEA92C19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BFD85F-1D1E-EBD7-E12D-C56519A6C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608B84-EC64-B1F6-B893-879954D57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12275-E45D-4D1B-B7E5-F5237DAA8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38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6E7A1C7-EFD5-E464-0A17-6F3A8F687D97}"/>
              </a:ext>
            </a:extLst>
          </p:cNvPr>
          <p:cNvGrpSpPr/>
          <p:nvPr/>
        </p:nvGrpSpPr>
        <p:grpSpPr>
          <a:xfrm>
            <a:off x="3548639" y="468918"/>
            <a:ext cx="3773776" cy="4829915"/>
            <a:chOff x="3548639" y="468918"/>
            <a:chExt cx="3773776" cy="4829915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60FEC895-611E-A337-B410-AA05B9C5431D}"/>
                </a:ext>
              </a:extLst>
            </p:cNvPr>
            <p:cNvGrpSpPr/>
            <p:nvPr/>
          </p:nvGrpSpPr>
          <p:grpSpPr>
            <a:xfrm>
              <a:off x="3548639" y="2177362"/>
              <a:ext cx="1128129" cy="2539521"/>
              <a:chOff x="3548639" y="2177362"/>
              <a:chExt cx="1128129" cy="2539521"/>
            </a:xfrm>
          </p:grpSpPr>
          <p:sp>
            <p:nvSpPr>
              <p:cNvPr id="15" name="フリーフォーム: 図形 14">
                <a:extLst>
                  <a:ext uri="{FF2B5EF4-FFF2-40B4-BE49-F238E27FC236}">
                    <a16:creationId xmlns:a16="http://schemas.microsoft.com/office/drawing/2014/main" id="{C1264AA6-2E86-0182-D8CB-AF8A3D9789A6}"/>
                  </a:ext>
                </a:extLst>
              </p:cNvPr>
              <p:cNvSpPr/>
              <p:nvPr/>
            </p:nvSpPr>
            <p:spPr>
              <a:xfrm rot="606297" flipH="1" flipV="1">
                <a:off x="3548639" y="3829381"/>
                <a:ext cx="744876" cy="887502"/>
              </a:xfrm>
              <a:custGeom>
                <a:avLst/>
                <a:gdLst>
                  <a:gd name="connsiteX0" fmla="*/ 191518 w 2423512"/>
                  <a:gd name="connsiteY0" fmla="*/ 1973610 h 3660128"/>
                  <a:gd name="connsiteX1" fmla="*/ 39118 w 2423512"/>
                  <a:gd name="connsiteY1" fmla="*/ 719240 h 3660128"/>
                  <a:gd name="connsiteX2" fmla="*/ 367364 w 2423512"/>
                  <a:gd name="connsiteY2" fmla="*/ 730963 h 3660128"/>
                  <a:gd name="connsiteX3" fmla="*/ 519764 w 2423512"/>
                  <a:gd name="connsiteY3" fmla="*/ 1352286 h 3660128"/>
                  <a:gd name="connsiteX4" fmla="*/ 625272 w 2423512"/>
                  <a:gd name="connsiteY4" fmla="*/ 250317 h 3660128"/>
                  <a:gd name="connsiteX5" fmla="*/ 941795 w 2423512"/>
                  <a:gd name="connsiteY5" fmla="*/ 320656 h 3660128"/>
                  <a:gd name="connsiteX6" fmla="*/ 883179 w 2423512"/>
                  <a:gd name="connsiteY6" fmla="*/ 1317117 h 3660128"/>
                  <a:gd name="connsiteX7" fmla="*/ 1117641 w 2423512"/>
                  <a:gd name="connsiteY7" fmla="*/ 191702 h 3660128"/>
                  <a:gd name="connsiteX8" fmla="*/ 1504503 w 2423512"/>
                  <a:gd name="connsiteY8" fmla="*/ 121363 h 3660128"/>
                  <a:gd name="connsiteX9" fmla="*/ 1293487 w 2423512"/>
                  <a:gd name="connsiteY9" fmla="*/ 1422625 h 3660128"/>
                  <a:gd name="connsiteX10" fmla="*/ 1539672 w 2423512"/>
                  <a:gd name="connsiteY10" fmla="*/ 449610 h 3660128"/>
                  <a:gd name="connsiteX11" fmla="*/ 1867918 w 2423512"/>
                  <a:gd name="connsiteY11" fmla="*/ 754410 h 3660128"/>
                  <a:gd name="connsiteX12" fmla="*/ 1481056 w 2423512"/>
                  <a:gd name="connsiteY12" fmla="*/ 1961886 h 3660128"/>
                  <a:gd name="connsiteX13" fmla="*/ 2149272 w 2423512"/>
                  <a:gd name="connsiteY13" fmla="*/ 1774317 h 3660128"/>
                  <a:gd name="connsiteX14" fmla="*/ 2383733 w 2423512"/>
                  <a:gd name="connsiteY14" fmla="*/ 2266686 h 3660128"/>
                  <a:gd name="connsiteX15" fmla="*/ 1375549 w 2423512"/>
                  <a:gd name="connsiteY15" fmla="*/ 2630102 h 3660128"/>
                  <a:gd name="connsiteX16" fmla="*/ 1105918 w 2423512"/>
                  <a:gd name="connsiteY16" fmla="*/ 3567948 h 3660128"/>
                  <a:gd name="connsiteX17" fmla="*/ 39118 w 2423512"/>
                  <a:gd name="connsiteY17" fmla="*/ 3485886 h 3660128"/>
                  <a:gd name="connsiteX18" fmla="*/ 226687 w 2423512"/>
                  <a:gd name="connsiteY18" fmla="*/ 2337025 h 3660128"/>
                  <a:gd name="connsiteX19" fmla="*/ 191518 w 2423512"/>
                  <a:gd name="connsiteY19" fmla="*/ 1973610 h 366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423512" h="3660128">
                    <a:moveTo>
                      <a:pt x="191518" y="1973610"/>
                    </a:moveTo>
                    <a:cubicBezTo>
                      <a:pt x="160256" y="1703979"/>
                      <a:pt x="9810" y="926348"/>
                      <a:pt x="39118" y="719240"/>
                    </a:cubicBezTo>
                    <a:cubicBezTo>
                      <a:pt x="68426" y="512132"/>
                      <a:pt x="287256" y="625455"/>
                      <a:pt x="367364" y="730963"/>
                    </a:cubicBezTo>
                    <a:cubicBezTo>
                      <a:pt x="447472" y="836471"/>
                      <a:pt x="476779" y="1432394"/>
                      <a:pt x="519764" y="1352286"/>
                    </a:cubicBezTo>
                    <a:cubicBezTo>
                      <a:pt x="562749" y="1272178"/>
                      <a:pt x="554933" y="422255"/>
                      <a:pt x="625272" y="250317"/>
                    </a:cubicBezTo>
                    <a:cubicBezTo>
                      <a:pt x="695611" y="78379"/>
                      <a:pt x="898811" y="142856"/>
                      <a:pt x="941795" y="320656"/>
                    </a:cubicBezTo>
                    <a:cubicBezTo>
                      <a:pt x="984780" y="498456"/>
                      <a:pt x="853871" y="1338609"/>
                      <a:pt x="883179" y="1317117"/>
                    </a:cubicBezTo>
                    <a:cubicBezTo>
                      <a:pt x="912487" y="1295625"/>
                      <a:pt x="1014087" y="390994"/>
                      <a:pt x="1117641" y="191702"/>
                    </a:cubicBezTo>
                    <a:cubicBezTo>
                      <a:pt x="1221195" y="-7590"/>
                      <a:pt x="1475195" y="-83791"/>
                      <a:pt x="1504503" y="121363"/>
                    </a:cubicBezTo>
                    <a:cubicBezTo>
                      <a:pt x="1533811" y="326517"/>
                      <a:pt x="1287626" y="1367917"/>
                      <a:pt x="1293487" y="1422625"/>
                    </a:cubicBezTo>
                    <a:cubicBezTo>
                      <a:pt x="1299348" y="1477333"/>
                      <a:pt x="1443934" y="560979"/>
                      <a:pt x="1539672" y="449610"/>
                    </a:cubicBezTo>
                    <a:cubicBezTo>
                      <a:pt x="1635410" y="338241"/>
                      <a:pt x="1877687" y="502364"/>
                      <a:pt x="1867918" y="754410"/>
                    </a:cubicBezTo>
                    <a:cubicBezTo>
                      <a:pt x="1858149" y="1006456"/>
                      <a:pt x="1434164" y="1791902"/>
                      <a:pt x="1481056" y="1961886"/>
                    </a:cubicBezTo>
                    <a:cubicBezTo>
                      <a:pt x="1527948" y="2131870"/>
                      <a:pt x="1998826" y="1723517"/>
                      <a:pt x="2149272" y="1774317"/>
                    </a:cubicBezTo>
                    <a:cubicBezTo>
                      <a:pt x="2299718" y="1825117"/>
                      <a:pt x="2512687" y="2124055"/>
                      <a:pt x="2383733" y="2266686"/>
                    </a:cubicBezTo>
                    <a:cubicBezTo>
                      <a:pt x="2254779" y="2409317"/>
                      <a:pt x="1588518" y="2413225"/>
                      <a:pt x="1375549" y="2630102"/>
                    </a:cubicBezTo>
                    <a:cubicBezTo>
                      <a:pt x="1162580" y="2846979"/>
                      <a:pt x="1328657" y="3425317"/>
                      <a:pt x="1105918" y="3567948"/>
                    </a:cubicBezTo>
                    <a:cubicBezTo>
                      <a:pt x="883180" y="3710579"/>
                      <a:pt x="185656" y="3691040"/>
                      <a:pt x="39118" y="3485886"/>
                    </a:cubicBezTo>
                    <a:cubicBezTo>
                      <a:pt x="-107421" y="3280732"/>
                      <a:pt x="203241" y="2587117"/>
                      <a:pt x="226687" y="2337025"/>
                    </a:cubicBezTo>
                    <a:cubicBezTo>
                      <a:pt x="250133" y="2086933"/>
                      <a:pt x="222780" y="2243241"/>
                      <a:pt x="191518" y="1973610"/>
                    </a:cubicBezTo>
                    <a:close/>
                  </a:path>
                </a:pathLst>
              </a:custGeom>
              <a:solidFill>
                <a:srgbClr val="FFCC9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四角形: 上の 2 つの角を丸める 5">
                <a:extLst>
                  <a:ext uri="{FF2B5EF4-FFF2-40B4-BE49-F238E27FC236}">
                    <a16:creationId xmlns:a16="http://schemas.microsoft.com/office/drawing/2014/main" id="{8549966C-ACD6-BC6A-DE44-27F406D578F7}"/>
                  </a:ext>
                </a:extLst>
              </p:cNvPr>
              <p:cNvSpPr/>
              <p:nvPr/>
            </p:nvSpPr>
            <p:spPr>
              <a:xfrm rot="1202726">
                <a:off x="4248877" y="2177362"/>
                <a:ext cx="427891" cy="1943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DD0BF80F-221B-6E0C-FDDB-978E3022B3D2}"/>
                </a:ext>
              </a:extLst>
            </p:cNvPr>
            <p:cNvGrpSpPr/>
            <p:nvPr/>
          </p:nvGrpSpPr>
          <p:grpSpPr>
            <a:xfrm flipH="1">
              <a:off x="6194286" y="2159239"/>
              <a:ext cx="1128129" cy="2539521"/>
              <a:chOff x="3548639" y="2177362"/>
              <a:chExt cx="1128129" cy="2539521"/>
            </a:xfrm>
          </p:grpSpPr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3DCBF38B-3AD7-8D58-567B-29FE4A1C535C}"/>
                  </a:ext>
                </a:extLst>
              </p:cNvPr>
              <p:cNvSpPr/>
              <p:nvPr/>
            </p:nvSpPr>
            <p:spPr>
              <a:xfrm rot="606297" flipH="1" flipV="1">
                <a:off x="3548639" y="3829381"/>
                <a:ext cx="744876" cy="887502"/>
              </a:xfrm>
              <a:custGeom>
                <a:avLst/>
                <a:gdLst>
                  <a:gd name="connsiteX0" fmla="*/ 191518 w 2423512"/>
                  <a:gd name="connsiteY0" fmla="*/ 1973610 h 3660128"/>
                  <a:gd name="connsiteX1" fmla="*/ 39118 w 2423512"/>
                  <a:gd name="connsiteY1" fmla="*/ 719240 h 3660128"/>
                  <a:gd name="connsiteX2" fmla="*/ 367364 w 2423512"/>
                  <a:gd name="connsiteY2" fmla="*/ 730963 h 3660128"/>
                  <a:gd name="connsiteX3" fmla="*/ 519764 w 2423512"/>
                  <a:gd name="connsiteY3" fmla="*/ 1352286 h 3660128"/>
                  <a:gd name="connsiteX4" fmla="*/ 625272 w 2423512"/>
                  <a:gd name="connsiteY4" fmla="*/ 250317 h 3660128"/>
                  <a:gd name="connsiteX5" fmla="*/ 941795 w 2423512"/>
                  <a:gd name="connsiteY5" fmla="*/ 320656 h 3660128"/>
                  <a:gd name="connsiteX6" fmla="*/ 883179 w 2423512"/>
                  <a:gd name="connsiteY6" fmla="*/ 1317117 h 3660128"/>
                  <a:gd name="connsiteX7" fmla="*/ 1117641 w 2423512"/>
                  <a:gd name="connsiteY7" fmla="*/ 191702 h 3660128"/>
                  <a:gd name="connsiteX8" fmla="*/ 1504503 w 2423512"/>
                  <a:gd name="connsiteY8" fmla="*/ 121363 h 3660128"/>
                  <a:gd name="connsiteX9" fmla="*/ 1293487 w 2423512"/>
                  <a:gd name="connsiteY9" fmla="*/ 1422625 h 3660128"/>
                  <a:gd name="connsiteX10" fmla="*/ 1539672 w 2423512"/>
                  <a:gd name="connsiteY10" fmla="*/ 449610 h 3660128"/>
                  <a:gd name="connsiteX11" fmla="*/ 1867918 w 2423512"/>
                  <a:gd name="connsiteY11" fmla="*/ 754410 h 3660128"/>
                  <a:gd name="connsiteX12" fmla="*/ 1481056 w 2423512"/>
                  <a:gd name="connsiteY12" fmla="*/ 1961886 h 3660128"/>
                  <a:gd name="connsiteX13" fmla="*/ 2149272 w 2423512"/>
                  <a:gd name="connsiteY13" fmla="*/ 1774317 h 3660128"/>
                  <a:gd name="connsiteX14" fmla="*/ 2383733 w 2423512"/>
                  <a:gd name="connsiteY14" fmla="*/ 2266686 h 3660128"/>
                  <a:gd name="connsiteX15" fmla="*/ 1375549 w 2423512"/>
                  <a:gd name="connsiteY15" fmla="*/ 2630102 h 3660128"/>
                  <a:gd name="connsiteX16" fmla="*/ 1105918 w 2423512"/>
                  <a:gd name="connsiteY16" fmla="*/ 3567948 h 3660128"/>
                  <a:gd name="connsiteX17" fmla="*/ 39118 w 2423512"/>
                  <a:gd name="connsiteY17" fmla="*/ 3485886 h 3660128"/>
                  <a:gd name="connsiteX18" fmla="*/ 226687 w 2423512"/>
                  <a:gd name="connsiteY18" fmla="*/ 2337025 h 3660128"/>
                  <a:gd name="connsiteX19" fmla="*/ 191518 w 2423512"/>
                  <a:gd name="connsiteY19" fmla="*/ 1973610 h 366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423512" h="3660128">
                    <a:moveTo>
                      <a:pt x="191518" y="1973610"/>
                    </a:moveTo>
                    <a:cubicBezTo>
                      <a:pt x="160256" y="1703979"/>
                      <a:pt x="9810" y="926348"/>
                      <a:pt x="39118" y="719240"/>
                    </a:cubicBezTo>
                    <a:cubicBezTo>
                      <a:pt x="68426" y="512132"/>
                      <a:pt x="287256" y="625455"/>
                      <a:pt x="367364" y="730963"/>
                    </a:cubicBezTo>
                    <a:cubicBezTo>
                      <a:pt x="447472" y="836471"/>
                      <a:pt x="476779" y="1432394"/>
                      <a:pt x="519764" y="1352286"/>
                    </a:cubicBezTo>
                    <a:cubicBezTo>
                      <a:pt x="562749" y="1272178"/>
                      <a:pt x="554933" y="422255"/>
                      <a:pt x="625272" y="250317"/>
                    </a:cubicBezTo>
                    <a:cubicBezTo>
                      <a:pt x="695611" y="78379"/>
                      <a:pt x="898811" y="142856"/>
                      <a:pt x="941795" y="320656"/>
                    </a:cubicBezTo>
                    <a:cubicBezTo>
                      <a:pt x="984780" y="498456"/>
                      <a:pt x="853871" y="1338609"/>
                      <a:pt x="883179" y="1317117"/>
                    </a:cubicBezTo>
                    <a:cubicBezTo>
                      <a:pt x="912487" y="1295625"/>
                      <a:pt x="1014087" y="390994"/>
                      <a:pt x="1117641" y="191702"/>
                    </a:cubicBezTo>
                    <a:cubicBezTo>
                      <a:pt x="1221195" y="-7590"/>
                      <a:pt x="1475195" y="-83791"/>
                      <a:pt x="1504503" y="121363"/>
                    </a:cubicBezTo>
                    <a:cubicBezTo>
                      <a:pt x="1533811" y="326517"/>
                      <a:pt x="1287626" y="1367917"/>
                      <a:pt x="1293487" y="1422625"/>
                    </a:cubicBezTo>
                    <a:cubicBezTo>
                      <a:pt x="1299348" y="1477333"/>
                      <a:pt x="1443934" y="560979"/>
                      <a:pt x="1539672" y="449610"/>
                    </a:cubicBezTo>
                    <a:cubicBezTo>
                      <a:pt x="1635410" y="338241"/>
                      <a:pt x="1877687" y="502364"/>
                      <a:pt x="1867918" y="754410"/>
                    </a:cubicBezTo>
                    <a:cubicBezTo>
                      <a:pt x="1858149" y="1006456"/>
                      <a:pt x="1434164" y="1791902"/>
                      <a:pt x="1481056" y="1961886"/>
                    </a:cubicBezTo>
                    <a:cubicBezTo>
                      <a:pt x="1527948" y="2131870"/>
                      <a:pt x="1998826" y="1723517"/>
                      <a:pt x="2149272" y="1774317"/>
                    </a:cubicBezTo>
                    <a:cubicBezTo>
                      <a:pt x="2299718" y="1825117"/>
                      <a:pt x="2512687" y="2124055"/>
                      <a:pt x="2383733" y="2266686"/>
                    </a:cubicBezTo>
                    <a:cubicBezTo>
                      <a:pt x="2254779" y="2409317"/>
                      <a:pt x="1588518" y="2413225"/>
                      <a:pt x="1375549" y="2630102"/>
                    </a:cubicBezTo>
                    <a:cubicBezTo>
                      <a:pt x="1162580" y="2846979"/>
                      <a:pt x="1328657" y="3425317"/>
                      <a:pt x="1105918" y="3567948"/>
                    </a:cubicBezTo>
                    <a:cubicBezTo>
                      <a:pt x="883180" y="3710579"/>
                      <a:pt x="185656" y="3691040"/>
                      <a:pt x="39118" y="3485886"/>
                    </a:cubicBezTo>
                    <a:cubicBezTo>
                      <a:pt x="-107421" y="3280732"/>
                      <a:pt x="203241" y="2587117"/>
                      <a:pt x="226687" y="2337025"/>
                    </a:cubicBezTo>
                    <a:cubicBezTo>
                      <a:pt x="250133" y="2086933"/>
                      <a:pt x="222780" y="2243241"/>
                      <a:pt x="191518" y="1973610"/>
                    </a:cubicBezTo>
                    <a:close/>
                  </a:path>
                </a:pathLst>
              </a:custGeom>
              <a:solidFill>
                <a:srgbClr val="FFCC9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四角形: 上の 2 つの角を丸める 19">
                <a:extLst>
                  <a:ext uri="{FF2B5EF4-FFF2-40B4-BE49-F238E27FC236}">
                    <a16:creationId xmlns:a16="http://schemas.microsoft.com/office/drawing/2014/main" id="{8484D21B-EBB5-A922-BC7D-C06C9EA8D0A0}"/>
                  </a:ext>
                </a:extLst>
              </p:cNvPr>
              <p:cNvSpPr/>
              <p:nvPr/>
            </p:nvSpPr>
            <p:spPr>
              <a:xfrm rot="1202726">
                <a:off x="4248877" y="2177362"/>
                <a:ext cx="427891" cy="1943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" name="四角形: 上の 2 つの角を丸める 4">
              <a:extLst>
                <a:ext uri="{FF2B5EF4-FFF2-40B4-BE49-F238E27FC236}">
                  <a16:creationId xmlns:a16="http://schemas.microsoft.com/office/drawing/2014/main" id="{38BC09E2-BBF3-9501-D0D5-C7CABAC106C3}"/>
                </a:ext>
              </a:extLst>
            </p:cNvPr>
            <p:cNvSpPr/>
            <p:nvPr/>
          </p:nvSpPr>
          <p:spPr>
            <a:xfrm>
              <a:off x="5210907" y="1318845"/>
              <a:ext cx="457200" cy="3118339"/>
            </a:xfrm>
            <a:prstGeom prst="round2SameRect">
              <a:avLst>
                <a:gd name="adj1" fmla="val 23485"/>
                <a:gd name="adj2" fmla="val 0"/>
              </a:avLst>
            </a:prstGeom>
            <a:solidFill>
              <a:srgbClr val="FFCC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5DC13AB6-601E-751D-CC22-F82FDE90F378}"/>
                </a:ext>
              </a:extLst>
            </p:cNvPr>
            <p:cNvSpPr/>
            <p:nvPr/>
          </p:nvSpPr>
          <p:spPr>
            <a:xfrm>
              <a:off x="4783015" y="656491"/>
              <a:ext cx="1312985" cy="1312985"/>
            </a:xfrm>
            <a:prstGeom prst="ellipse">
              <a:avLst/>
            </a:prstGeom>
            <a:solidFill>
              <a:srgbClr val="FFCC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四角形: 上の 2 つの角を丸める 3">
              <a:extLst>
                <a:ext uri="{FF2B5EF4-FFF2-40B4-BE49-F238E27FC236}">
                  <a16:creationId xmlns:a16="http://schemas.microsoft.com/office/drawing/2014/main" id="{52E1077F-8364-D6B2-47B9-A8C23590107E}"/>
                </a:ext>
              </a:extLst>
            </p:cNvPr>
            <p:cNvSpPr/>
            <p:nvPr/>
          </p:nvSpPr>
          <p:spPr>
            <a:xfrm>
              <a:off x="4665785" y="2180494"/>
              <a:ext cx="1547444" cy="3118339"/>
            </a:xfrm>
            <a:prstGeom prst="round2SameRect">
              <a:avLst>
                <a:gd name="adj1" fmla="val 2348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部分円 11">
              <a:extLst>
                <a:ext uri="{FF2B5EF4-FFF2-40B4-BE49-F238E27FC236}">
                  <a16:creationId xmlns:a16="http://schemas.microsoft.com/office/drawing/2014/main" id="{B7E6A838-0EDB-8417-87BC-E57E292DD151}"/>
                </a:ext>
              </a:extLst>
            </p:cNvPr>
            <p:cNvSpPr/>
            <p:nvPr/>
          </p:nvSpPr>
          <p:spPr>
            <a:xfrm>
              <a:off x="4589579" y="468918"/>
              <a:ext cx="1811221" cy="1312985"/>
            </a:xfrm>
            <a:prstGeom prst="pie">
              <a:avLst>
                <a:gd name="adj1" fmla="val 9372751"/>
                <a:gd name="adj2" fmla="val 1685313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部分円 12">
              <a:extLst>
                <a:ext uri="{FF2B5EF4-FFF2-40B4-BE49-F238E27FC236}">
                  <a16:creationId xmlns:a16="http://schemas.microsoft.com/office/drawing/2014/main" id="{FA4A1A59-46C0-9B4A-AE86-644336D0904E}"/>
                </a:ext>
              </a:extLst>
            </p:cNvPr>
            <p:cNvSpPr/>
            <p:nvPr/>
          </p:nvSpPr>
          <p:spPr>
            <a:xfrm flipH="1">
              <a:off x="4900245" y="468918"/>
              <a:ext cx="1312984" cy="1312985"/>
            </a:xfrm>
            <a:prstGeom prst="pie">
              <a:avLst>
                <a:gd name="adj1" fmla="val 9372751"/>
                <a:gd name="adj2" fmla="val 1685313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62374EF2-B0A1-E71A-B3CE-467BBFEA324E}"/>
              </a:ext>
            </a:extLst>
          </p:cNvPr>
          <p:cNvSpPr/>
          <p:nvPr/>
        </p:nvSpPr>
        <p:spPr>
          <a:xfrm rot="589918" flipH="1" flipV="1">
            <a:off x="3440632" y="3779959"/>
            <a:ext cx="886868" cy="1056682"/>
          </a:xfrm>
          <a:custGeom>
            <a:avLst/>
            <a:gdLst>
              <a:gd name="connsiteX0" fmla="*/ 191518 w 2423512"/>
              <a:gd name="connsiteY0" fmla="*/ 1973610 h 3660128"/>
              <a:gd name="connsiteX1" fmla="*/ 39118 w 2423512"/>
              <a:gd name="connsiteY1" fmla="*/ 719240 h 3660128"/>
              <a:gd name="connsiteX2" fmla="*/ 367364 w 2423512"/>
              <a:gd name="connsiteY2" fmla="*/ 730963 h 3660128"/>
              <a:gd name="connsiteX3" fmla="*/ 519764 w 2423512"/>
              <a:gd name="connsiteY3" fmla="*/ 1352286 h 3660128"/>
              <a:gd name="connsiteX4" fmla="*/ 625272 w 2423512"/>
              <a:gd name="connsiteY4" fmla="*/ 250317 h 3660128"/>
              <a:gd name="connsiteX5" fmla="*/ 941795 w 2423512"/>
              <a:gd name="connsiteY5" fmla="*/ 320656 h 3660128"/>
              <a:gd name="connsiteX6" fmla="*/ 883179 w 2423512"/>
              <a:gd name="connsiteY6" fmla="*/ 1317117 h 3660128"/>
              <a:gd name="connsiteX7" fmla="*/ 1117641 w 2423512"/>
              <a:gd name="connsiteY7" fmla="*/ 191702 h 3660128"/>
              <a:gd name="connsiteX8" fmla="*/ 1504503 w 2423512"/>
              <a:gd name="connsiteY8" fmla="*/ 121363 h 3660128"/>
              <a:gd name="connsiteX9" fmla="*/ 1293487 w 2423512"/>
              <a:gd name="connsiteY9" fmla="*/ 1422625 h 3660128"/>
              <a:gd name="connsiteX10" fmla="*/ 1539672 w 2423512"/>
              <a:gd name="connsiteY10" fmla="*/ 449610 h 3660128"/>
              <a:gd name="connsiteX11" fmla="*/ 1867918 w 2423512"/>
              <a:gd name="connsiteY11" fmla="*/ 754410 h 3660128"/>
              <a:gd name="connsiteX12" fmla="*/ 1481056 w 2423512"/>
              <a:gd name="connsiteY12" fmla="*/ 1961886 h 3660128"/>
              <a:gd name="connsiteX13" fmla="*/ 2149272 w 2423512"/>
              <a:gd name="connsiteY13" fmla="*/ 1774317 h 3660128"/>
              <a:gd name="connsiteX14" fmla="*/ 2383733 w 2423512"/>
              <a:gd name="connsiteY14" fmla="*/ 2266686 h 3660128"/>
              <a:gd name="connsiteX15" fmla="*/ 1375549 w 2423512"/>
              <a:gd name="connsiteY15" fmla="*/ 2630102 h 3660128"/>
              <a:gd name="connsiteX16" fmla="*/ 1105918 w 2423512"/>
              <a:gd name="connsiteY16" fmla="*/ 3567948 h 3660128"/>
              <a:gd name="connsiteX17" fmla="*/ 39118 w 2423512"/>
              <a:gd name="connsiteY17" fmla="*/ 3485886 h 3660128"/>
              <a:gd name="connsiteX18" fmla="*/ 226687 w 2423512"/>
              <a:gd name="connsiteY18" fmla="*/ 2337025 h 3660128"/>
              <a:gd name="connsiteX19" fmla="*/ 191518 w 2423512"/>
              <a:gd name="connsiteY19" fmla="*/ 1973610 h 366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23512" h="3660128">
                <a:moveTo>
                  <a:pt x="191518" y="1973610"/>
                </a:moveTo>
                <a:cubicBezTo>
                  <a:pt x="160256" y="1703979"/>
                  <a:pt x="9810" y="926348"/>
                  <a:pt x="39118" y="719240"/>
                </a:cubicBezTo>
                <a:cubicBezTo>
                  <a:pt x="68426" y="512132"/>
                  <a:pt x="287256" y="625455"/>
                  <a:pt x="367364" y="730963"/>
                </a:cubicBezTo>
                <a:cubicBezTo>
                  <a:pt x="447472" y="836471"/>
                  <a:pt x="476779" y="1432394"/>
                  <a:pt x="519764" y="1352286"/>
                </a:cubicBezTo>
                <a:cubicBezTo>
                  <a:pt x="562749" y="1272178"/>
                  <a:pt x="554933" y="422255"/>
                  <a:pt x="625272" y="250317"/>
                </a:cubicBezTo>
                <a:cubicBezTo>
                  <a:pt x="695611" y="78379"/>
                  <a:pt x="898811" y="142856"/>
                  <a:pt x="941795" y="320656"/>
                </a:cubicBezTo>
                <a:cubicBezTo>
                  <a:pt x="984780" y="498456"/>
                  <a:pt x="853871" y="1338609"/>
                  <a:pt x="883179" y="1317117"/>
                </a:cubicBezTo>
                <a:cubicBezTo>
                  <a:pt x="912487" y="1295625"/>
                  <a:pt x="1014087" y="390994"/>
                  <a:pt x="1117641" y="191702"/>
                </a:cubicBezTo>
                <a:cubicBezTo>
                  <a:pt x="1221195" y="-7590"/>
                  <a:pt x="1475195" y="-83791"/>
                  <a:pt x="1504503" y="121363"/>
                </a:cubicBezTo>
                <a:cubicBezTo>
                  <a:pt x="1533811" y="326517"/>
                  <a:pt x="1287626" y="1367917"/>
                  <a:pt x="1293487" y="1422625"/>
                </a:cubicBezTo>
                <a:cubicBezTo>
                  <a:pt x="1299348" y="1477333"/>
                  <a:pt x="1443934" y="560979"/>
                  <a:pt x="1539672" y="449610"/>
                </a:cubicBezTo>
                <a:cubicBezTo>
                  <a:pt x="1635410" y="338241"/>
                  <a:pt x="1877687" y="502364"/>
                  <a:pt x="1867918" y="754410"/>
                </a:cubicBezTo>
                <a:cubicBezTo>
                  <a:pt x="1858149" y="1006456"/>
                  <a:pt x="1434164" y="1791902"/>
                  <a:pt x="1481056" y="1961886"/>
                </a:cubicBezTo>
                <a:cubicBezTo>
                  <a:pt x="1527948" y="2131870"/>
                  <a:pt x="1998826" y="1723517"/>
                  <a:pt x="2149272" y="1774317"/>
                </a:cubicBezTo>
                <a:cubicBezTo>
                  <a:pt x="2299718" y="1825117"/>
                  <a:pt x="2512687" y="2124055"/>
                  <a:pt x="2383733" y="2266686"/>
                </a:cubicBezTo>
                <a:cubicBezTo>
                  <a:pt x="2254779" y="2409317"/>
                  <a:pt x="1588518" y="2413225"/>
                  <a:pt x="1375549" y="2630102"/>
                </a:cubicBezTo>
                <a:cubicBezTo>
                  <a:pt x="1162580" y="2846979"/>
                  <a:pt x="1328657" y="3425317"/>
                  <a:pt x="1105918" y="3567948"/>
                </a:cubicBezTo>
                <a:cubicBezTo>
                  <a:pt x="883180" y="3710579"/>
                  <a:pt x="185656" y="3691040"/>
                  <a:pt x="39118" y="3485886"/>
                </a:cubicBezTo>
                <a:cubicBezTo>
                  <a:pt x="-107421" y="3280732"/>
                  <a:pt x="203241" y="2587117"/>
                  <a:pt x="226687" y="2337025"/>
                </a:cubicBezTo>
                <a:cubicBezTo>
                  <a:pt x="250133" y="2086933"/>
                  <a:pt x="222780" y="2243241"/>
                  <a:pt x="191518" y="197361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1EE5A5B-DACD-67F5-D350-EC2D7BE19E4F}"/>
              </a:ext>
            </a:extLst>
          </p:cNvPr>
          <p:cNvSpPr/>
          <p:nvPr/>
        </p:nvSpPr>
        <p:spPr>
          <a:xfrm>
            <a:off x="4996962" y="1437647"/>
            <a:ext cx="914400" cy="3751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上の 2 つの角を丸める 22">
            <a:extLst>
              <a:ext uri="{FF2B5EF4-FFF2-40B4-BE49-F238E27FC236}">
                <a16:creationId xmlns:a16="http://schemas.microsoft.com/office/drawing/2014/main" id="{A95CCCE5-A377-0E21-0A80-C867DDB1168D}"/>
              </a:ext>
            </a:extLst>
          </p:cNvPr>
          <p:cNvSpPr/>
          <p:nvPr/>
        </p:nvSpPr>
        <p:spPr>
          <a:xfrm flipV="1">
            <a:off x="4783015" y="909321"/>
            <a:ext cx="1312985" cy="468925"/>
          </a:xfrm>
          <a:prstGeom prst="round2SameRect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D268A54E-7EC5-709E-9836-10DAB1C18BD7}"/>
              </a:ext>
            </a:extLst>
          </p:cNvPr>
          <p:cNvSpPr/>
          <p:nvPr/>
        </p:nvSpPr>
        <p:spPr>
          <a:xfrm rot="21010082" flipV="1">
            <a:off x="6529085" y="3764581"/>
            <a:ext cx="886868" cy="1056682"/>
          </a:xfrm>
          <a:custGeom>
            <a:avLst/>
            <a:gdLst>
              <a:gd name="connsiteX0" fmla="*/ 191518 w 2423512"/>
              <a:gd name="connsiteY0" fmla="*/ 1973610 h 3660128"/>
              <a:gd name="connsiteX1" fmla="*/ 39118 w 2423512"/>
              <a:gd name="connsiteY1" fmla="*/ 719240 h 3660128"/>
              <a:gd name="connsiteX2" fmla="*/ 367364 w 2423512"/>
              <a:gd name="connsiteY2" fmla="*/ 730963 h 3660128"/>
              <a:gd name="connsiteX3" fmla="*/ 519764 w 2423512"/>
              <a:gd name="connsiteY3" fmla="*/ 1352286 h 3660128"/>
              <a:gd name="connsiteX4" fmla="*/ 625272 w 2423512"/>
              <a:gd name="connsiteY4" fmla="*/ 250317 h 3660128"/>
              <a:gd name="connsiteX5" fmla="*/ 941795 w 2423512"/>
              <a:gd name="connsiteY5" fmla="*/ 320656 h 3660128"/>
              <a:gd name="connsiteX6" fmla="*/ 883179 w 2423512"/>
              <a:gd name="connsiteY6" fmla="*/ 1317117 h 3660128"/>
              <a:gd name="connsiteX7" fmla="*/ 1117641 w 2423512"/>
              <a:gd name="connsiteY7" fmla="*/ 191702 h 3660128"/>
              <a:gd name="connsiteX8" fmla="*/ 1504503 w 2423512"/>
              <a:gd name="connsiteY8" fmla="*/ 121363 h 3660128"/>
              <a:gd name="connsiteX9" fmla="*/ 1293487 w 2423512"/>
              <a:gd name="connsiteY9" fmla="*/ 1422625 h 3660128"/>
              <a:gd name="connsiteX10" fmla="*/ 1539672 w 2423512"/>
              <a:gd name="connsiteY10" fmla="*/ 449610 h 3660128"/>
              <a:gd name="connsiteX11" fmla="*/ 1867918 w 2423512"/>
              <a:gd name="connsiteY11" fmla="*/ 754410 h 3660128"/>
              <a:gd name="connsiteX12" fmla="*/ 1481056 w 2423512"/>
              <a:gd name="connsiteY12" fmla="*/ 1961886 h 3660128"/>
              <a:gd name="connsiteX13" fmla="*/ 2149272 w 2423512"/>
              <a:gd name="connsiteY13" fmla="*/ 1774317 h 3660128"/>
              <a:gd name="connsiteX14" fmla="*/ 2383733 w 2423512"/>
              <a:gd name="connsiteY14" fmla="*/ 2266686 h 3660128"/>
              <a:gd name="connsiteX15" fmla="*/ 1375549 w 2423512"/>
              <a:gd name="connsiteY15" fmla="*/ 2630102 h 3660128"/>
              <a:gd name="connsiteX16" fmla="*/ 1105918 w 2423512"/>
              <a:gd name="connsiteY16" fmla="*/ 3567948 h 3660128"/>
              <a:gd name="connsiteX17" fmla="*/ 39118 w 2423512"/>
              <a:gd name="connsiteY17" fmla="*/ 3485886 h 3660128"/>
              <a:gd name="connsiteX18" fmla="*/ 226687 w 2423512"/>
              <a:gd name="connsiteY18" fmla="*/ 2337025 h 3660128"/>
              <a:gd name="connsiteX19" fmla="*/ 191518 w 2423512"/>
              <a:gd name="connsiteY19" fmla="*/ 1973610 h 366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23512" h="3660128">
                <a:moveTo>
                  <a:pt x="191518" y="1973610"/>
                </a:moveTo>
                <a:cubicBezTo>
                  <a:pt x="160256" y="1703979"/>
                  <a:pt x="9810" y="926348"/>
                  <a:pt x="39118" y="719240"/>
                </a:cubicBezTo>
                <a:cubicBezTo>
                  <a:pt x="68426" y="512132"/>
                  <a:pt x="287256" y="625455"/>
                  <a:pt x="367364" y="730963"/>
                </a:cubicBezTo>
                <a:cubicBezTo>
                  <a:pt x="447472" y="836471"/>
                  <a:pt x="476779" y="1432394"/>
                  <a:pt x="519764" y="1352286"/>
                </a:cubicBezTo>
                <a:cubicBezTo>
                  <a:pt x="562749" y="1272178"/>
                  <a:pt x="554933" y="422255"/>
                  <a:pt x="625272" y="250317"/>
                </a:cubicBezTo>
                <a:cubicBezTo>
                  <a:pt x="695611" y="78379"/>
                  <a:pt x="898811" y="142856"/>
                  <a:pt x="941795" y="320656"/>
                </a:cubicBezTo>
                <a:cubicBezTo>
                  <a:pt x="984780" y="498456"/>
                  <a:pt x="853871" y="1338609"/>
                  <a:pt x="883179" y="1317117"/>
                </a:cubicBezTo>
                <a:cubicBezTo>
                  <a:pt x="912487" y="1295625"/>
                  <a:pt x="1014087" y="390994"/>
                  <a:pt x="1117641" y="191702"/>
                </a:cubicBezTo>
                <a:cubicBezTo>
                  <a:pt x="1221195" y="-7590"/>
                  <a:pt x="1475195" y="-83791"/>
                  <a:pt x="1504503" y="121363"/>
                </a:cubicBezTo>
                <a:cubicBezTo>
                  <a:pt x="1533811" y="326517"/>
                  <a:pt x="1287626" y="1367917"/>
                  <a:pt x="1293487" y="1422625"/>
                </a:cubicBezTo>
                <a:cubicBezTo>
                  <a:pt x="1299348" y="1477333"/>
                  <a:pt x="1443934" y="560979"/>
                  <a:pt x="1539672" y="449610"/>
                </a:cubicBezTo>
                <a:cubicBezTo>
                  <a:pt x="1635410" y="338241"/>
                  <a:pt x="1877687" y="502364"/>
                  <a:pt x="1867918" y="754410"/>
                </a:cubicBezTo>
                <a:cubicBezTo>
                  <a:pt x="1858149" y="1006456"/>
                  <a:pt x="1434164" y="1791902"/>
                  <a:pt x="1481056" y="1961886"/>
                </a:cubicBezTo>
                <a:cubicBezTo>
                  <a:pt x="1527948" y="2131870"/>
                  <a:pt x="1998826" y="1723517"/>
                  <a:pt x="2149272" y="1774317"/>
                </a:cubicBezTo>
                <a:cubicBezTo>
                  <a:pt x="2299718" y="1825117"/>
                  <a:pt x="2512687" y="2124055"/>
                  <a:pt x="2383733" y="2266686"/>
                </a:cubicBezTo>
                <a:cubicBezTo>
                  <a:pt x="2254779" y="2409317"/>
                  <a:pt x="1588518" y="2413225"/>
                  <a:pt x="1375549" y="2630102"/>
                </a:cubicBezTo>
                <a:cubicBezTo>
                  <a:pt x="1162580" y="2846979"/>
                  <a:pt x="1328657" y="3425317"/>
                  <a:pt x="1105918" y="3567948"/>
                </a:cubicBezTo>
                <a:cubicBezTo>
                  <a:pt x="883180" y="3710579"/>
                  <a:pt x="185656" y="3691040"/>
                  <a:pt x="39118" y="3485886"/>
                </a:cubicBezTo>
                <a:cubicBezTo>
                  <a:pt x="-107421" y="3280732"/>
                  <a:pt x="203241" y="2587117"/>
                  <a:pt x="226687" y="2337025"/>
                </a:cubicBezTo>
                <a:cubicBezTo>
                  <a:pt x="250133" y="2086933"/>
                  <a:pt x="222780" y="2243241"/>
                  <a:pt x="191518" y="197361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E8A72112-3D8B-DFDA-CA7E-1932C4261F05}"/>
              </a:ext>
            </a:extLst>
          </p:cNvPr>
          <p:cNvSpPr/>
          <p:nvPr/>
        </p:nvSpPr>
        <p:spPr>
          <a:xfrm>
            <a:off x="3978576" y="2000840"/>
            <a:ext cx="3033225" cy="3503912"/>
          </a:xfrm>
          <a:custGeom>
            <a:avLst/>
            <a:gdLst>
              <a:gd name="connsiteX0" fmla="*/ 1019925 w 3029559"/>
              <a:gd name="connsiteY0" fmla="*/ 89511 h 3706713"/>
              <a:gd name="connsiteX1" fmla="*/ 1383340 w 3029559"/>
              <a:gd name="connsiteY1" fmla="*/ 382588 h 3706713"/>
              <a:gd name="connsiteX2" fmla="*/ 1875709 w 3029559"/>
              <a:gd name="connsiteY2" fmla="*/ 136403 h 3706713"/>
              <a:gd name="connsiteX3" fmla="*/ 2297740 w 3029559"/>
              <a:gd name="connsiteY3" fmla="*/ 136403 h 3706713"/>
              <a:gd name="connsiteX4" fmla="*/ 3001125 w 3029559"/>
              <a:gd name="connsiteY4" fmla="*/ 1847973 h 3706713"/>
              <a:gd name="connsiteX5" fmla="*/ 2860448 w 3029559"/>
              <a:gd name="connsiteY5" fmla="*/ 2234834 h 3706713"/>
              <a:gd name="connsiteX6" fmla="*/ 2567371 w 3029559"/>
              <a:gd name="connsiteY6" fmla="*/ 2270003 h 3706713"/>
              <a:gd name="connsiteX7" fmla="*/ 2297740 w 3029559"/>
              <a:gd name="connsiteY7" fmla="*/ 1765911 h 3706713"/>
              <a:gd name="connsiteX8" fmla="*/ 2520478 w 3029559"/>
              <a:gd name="connsiteY8" fmla="*/ 3407142 h 3706713"/>
              <a:gd name="connsiteX9" fmla="*/ 879248 w 3029559"/>
              <a:gd name="connsiteY9" fmla="*/ 3700219 h 3706713"/>
              <a:gd name="connsiteX10" fmla="*/ 562725 w 3029559"/>
              <a:gd name="connsiteY10" fmla="*/ 3313357 h 3706713"/>
              <a:gd name="connsiteX11" fmla="*/ 679955 w 3029559"/>
              <a:gd name="connsiteY11" fmla="*/ 1590065 h 3706713"/>
              <a:gd name="connsiteX12" fmla="*/ 504109 w 3029559"/>
              <a:gd name="connsiteY12" fmla="*/ 2164496 h 3706713"/>
              <a:gd name="connsiteX13" fmla="*/ 246202 w 3029559"/>
              <a:gd name="connsiteY13" fmla="*/ 2223111 h 3706713"/>
              <a:gd name="connsiteX14" fmla="*/ 17 w 3029559"/>
              <a:gd name="connsiteY14" fmla="*/ 2117603 h 3706713"/>
              <a:gd name="connsiteX15" fmla="*/ 257925 w 3029559"/>
              <a:gd name="connsiteY15" fmla="*/ 933573 h 3706713"/>
              <a:gd name="connsiteX16" fmla="*/ 562725 w 3029559"/>
              <a:gd name="connsiteY16" fmla="*/ 253634 h 3706713"/>
              <a:gd name="connsiteX17" fmla="*/ 1019925 w 3029559"/>
              <a:gd name="connsiteY17" fmla="*/ 89511 h 3706713"/>
              <a:gd name="connsiteX0" fmla="*/ 1019925 w 3029559"/>
              <a:gd name="connsiteY0" fmla="*/ 89511 h 3722019"/>
              <a:gd name="connsiteX1" fmla="*/ 1383340 w 3029559"/>
              <a:gd name="connsiteY1" fmla="*/ 382588 h 3722019"/>
              <a:gd name="connsiteX2" fmla="*/ 1875709 w 3029559"/>
              <a:gd name="connsiteY2" fmla="*/ 136403 h 3722019"/>
              <a:gd name="connsiteX3" fmla="*/ 2297740 w 3029559"/>
              <a:gd name="connsiteY3" fmla="*/ 136403 h 3722019"/>
              <a:gd name="connsiteX4" fmla="*/ 3001125 w 3029559"/>
              <a:gd name="connsiteY4" fmla="*/ 1847973 h 3722019"/>
              <a:gd name="connsiteX5" fmla="*/ 2860448 w 3029559"/>
              <a:gd name="connsiteY5" fmla="*/ 2234834 h 3722019"/>
              <a:gd name="connsiteX6" fmla="*/ 2567371 w 3029559"/>
              <a:gd name="connsiteY6" fmla="*/ 2270003 h 3722019"/>
              <a:gd name="connsiteX7" fmla="*/ 2297740 w 3029559"/>
              <a:gd name="connsiteY7" fmla="*/ 1765911 h 3722019"/>
              <a:gd name="connsiteX8" fmla="*/ 2520478 w 3029559"/>
              <a:gd name="connsiteY8" fmla="*/ 3407142 h 3722019"/>
              <a:gd name="connsiteX9" fmla="*/ 879248 w 3029559"/>
              <a:gd name="connsiteY9" fmla="*/ 3700219 h 3722019"/>
              <a:gd name="connsiteX10" fmla="*/ 492386 w 3029559"/>
              <a:gd name="connsiteY10" fmla="*/ 3090618 h 3722019"/>
              <a:gd name="connsiteX11" fmla="*/ 679955 w 3029559"/>
              <a:gd name="connsiteY11" fmla="*/ 1590065 h 3722019"/>
              <a:gd name="connsiteX12" fmla="*/ 504109 w 3029559"/>
              <a:gd name="connsiteY12" fmla="*/ 2164496 h 3722019"/>
              <a:gd name="connsiteX13" fmla="*/ 246202 w 3029559"/>
              <a:gd name="connsiteY13" fmla="*/ 2223111 h 3722019"/>
              <a:gd name="connsiteX14" fmla="*/ 17 w 3029559"/>
              <a:gd name="connsiteY14" fmla="*/ 2117603 h 3722019"/>
              <a:gd name="connsiteX15" fmla="*/ 257925 w 3029559"/>
              <a:gd name="connsiteY15" fmla="*/ 933573 h 3722019"/>
              <a:gd name="connsiteX16" fmla="*/ 562725 w 3029559"/>
              <a:gd name="connsiteY16" fmla="*/ 253634 h 3722019"/>
              <a:gd name="connsiteX17" fmla="*/ 1019925 w 3029559"/>
              <a:gd name="connsiteY17" fmla="*/ 89511 h 3722019"/>
              <a:gd name="connsiteX0" fmla="*/ 1019925 w 3029559"/>
              <a:gd name="connsiteY0" fmla="*/ 89511 h 3664736"/>
              <a:gd name="connsiteX1" fmla="*/ 1383340 w 3029559"/>
              <a:gd name="connsiteY1" fmla="*/ 382588 h 3664736"/>
              <a:gd name="connsiteX2" fmla="*/ 1875709 w 3029559"/>
              <a:gd name="connsiteY2" fmla="*/ 136403 h 3664736"/>
              <a:gd name="connsiteX3" fmla="*/ 2297740 w 3029559"/>
              <a:gd name="connsiteY3" fmla="*/ 136403 h 3664736"/>
              <a:gd name="connsiteX4" fmla="*/ 3001125 w 3029559"/>
              <a:gd name="connsiteY4" fmla="*/ 1847973 h 3664736"/>
              <a:gd name="connsiteX5" fmla="*/ 2860448 w 3029559"/>
              <a:gd name="connsiteY5" fmla="*/ 2234834 h 3664736"/>
              <a:gd name="connsiteX6" fmla="*/ 2567371 w 3029559"/>
              <a:gd name="connsiteY6" fmla="*/ 2270003 h 3664736"/>
              <a:gd name="connsiteX7" fmla="*/ 2297740 w 3029559"/>
              <a:gd name="connsiteY7" fmla="*/ 1765911 h 3664736"/>
              <a:gd name="connsiteX8" fmla="*/ 2520478 w 3029559"/>
              <a:gd name="connsiteY8" fmla="*/ 3407142 h 3664736"/>
              <a:gd name="connsiteX9" fmla="*/ 996478 w 3029559"/>
              <a:gd name="connsiteY9" fmla="*/ 3629880 h 3664736"/>
              <a:gd name="connsiteX10" fmla="*/ 492386 w 3029559"/>
              <a:gd name="connsiteY10" fmla="*/ 3090618 h 3664736"/>
              <a:gd name="connsiteX11" fmla="*/ 679955 w 3029559"/>
              <a:gd name="connsiteY11" fmla="*/ 1590065 h 3664736"/>
              <a:gd name="connsiteX12" fmla="*/ 504109 w 3029559"/>
              <a:gd name="connsiteY12" fmla="*/ 2164496 h 3664736"/>
              <a:gd name="connsiteX13" fmla="*/ 246202 w 3029559"/>
              <a:gd name="connsiteY13" fmla="*/ 2223111 h 3664736"/>
              <a:gd name="connsiteX14" fmla="*/ 17 w 3029559"/>
              <a:gd name="connsiteY14" fmla="*/ 2117603 h 3664736"/>
              <a:gd name="connsiteX15" fmla="*/ 257925 w 3029559"/>
              <a:gd name="connsiteY15" fmla="*/ 933573 h 3664736"/>
              <a:gd name="connsiteX16" fmla="*/ 562725 w 3029559"/>
              <a:gd name="connsiteY16" fmla="*/ 253634 h 3664736"/>
              <a:gd name="connsiteX17" fmla="*/ 1019925 w 3029559"/>
              <a:gd name="connsiteY17" fmla="*/ 89511 h 3664736"/>
              <a:gd name="connsiteX0" fmla="*/ 1019925 w 3029559"/>
              <a:gd name="connsiteY0" fmla="*/ 89511 h 3609010"/>
              <a:gd name="connsiteX1" fmla="*/ 1383340 w 3029559"/>
              <a:gd name="connsiteY1" fmla="*/ 382588 h 3609010"/>
              <a:gd name="connsiteX2" fmla="*/ 1875709 w 3029559"/>
              <a:gd name="connsiteY2" fmla="*/ 136403 h 3609010"/>
              <a:gd name="connsiteX3" fmla="*/ 2297740 w 3029559"/>
              <a:gd name="connsiteY3" fmla="*/ 136403 h 3609010"/>
              <a:gd name="connsiteX4" fmla="*/ 3001125 w 3029559"/>
              <a:gd name="connsiteY4" fmla="*/ 1847973 h 3609010"/>
              <a:gd name="connsiteX5" fmla="*/ 2860448 w 3029559"/>
              <a:gd name="connsiteY5" fmla="*/ 2234834 h 3609010"/>
              <a:gd name="connsiteX6" fmla="*/ 2567371 w 3029559"/>
              <a:gd name="connsiteY6" fmla="*/ 2270003 h 3609010"/>
              <a:gd name="connsiteX7" fmla="*/ 2297740 w 3029559"/>
              <a:gd name="connsiteY7" fmla="*/ 1765911 h 3609010"/>
              <a:gd name="connsiteX8" fmla="*/ 2520478 w 3029559"/>
              <a:gd name="connsiteY8" fmla="*/ 3407142 h 3609010"/>
              <a:gd name="connsiteX9" fmla="*/ 726847 w 3029559"/>
              <a:gd name="connsiteY9" fmla="*/ 3547819 h 3609010"/>
              <a:gd name="connsiteX10" fmla="*/ 492386 w 3029559"/>
              <a:gd name="connsiteY10" fmla="*/ 3090618 h 3609010"/>
              <a:gd name="connsiteX11" fmla="*/ 679955 w 3029559"/>
              <a:gd name="connsiteY11" fmla="*/ 1590065 h 3609010"/>
              <a:gd name="connsiteX12" fmla="*/ 504109 w 3029559"/>
              <a:gd name="connsiteY12" fmla="*/ 2164496 h 3609010"/>
              <a:gd name="connsiteX13" fmla="*/ 246202 w 3029559"/>
              <a:gd name="connsiteY13" fmla="*/ 2223111 h 3609010"/>
              <a:gd name="connsiteX14" fmla="*/ 17 w 3029559"/>
              <a:gd name="connsiteY14" fmla="*/ 2117603 h 3609010"/>
              <a:gd name="connsiteX15" fmla="*/ 257925 w 3029559"/>
              <a:gd name="connsiteY15" fmla="*/ 933573 h 3609010"/>
              <a:gd name="connsiteX16" fmla="*/ 562725 w 3029559"/>
              <a:gd name="connsiteY16" fmla="*/ 253634 h 3609010"/>
              <a:gd name="connsiteX17" fmla="*/ 1019925 w 3029559"/>
              <a:gd name="connsiteY17" fmla="*/ 89511 h 3609010"/>
              <a:gd name="connsiteX0" fmla="*/ 1019925 w 3029559"/>
              <a:gd name="connsiteY0" fmla="*/ 89511 h 3616176"/>
              <a:gd name="connsiteX1" fmla="*/ 1383340 w 3029559"/>
              <a:gd name="connsiteY1" fmla="*/ 382588 h 3616176"/>
              <a:gd name="connsiteX2" fmla="*/ 1875709 w 3029559"/>
              <a:gd name="connsiteY2" fmla="*/ 136403 h 3616176"/>
              <a:gd name="connsiteX3" fmla="*/ 2297740 w 3029559"/>
              <a:gd name="connsiteY3" fmla="*/ 136403 h 3616176"/>
              <a:gd name="connsiteX4" fmla="*/ 3001125 w 3029559"/>
              <a:gd name="connsiteY4" fmla="*/ 1847973 h 3616176"/>
              <a:gd name="connsiteX5" fmla="*/ 2860448 w 3029559"/>
              <a:gd name="connsiteY5" fmla="*/ 2234834 h 3616176"/>
              <a:gd name="connsiteX6" fmla="*/ 2567371 w 3029559"/>
              <a:gd name="connsiteY6" fmla="*/ 2270003 h 3616176"/>
              <a:gd name="connsiteX7" fmla="*/ 2297740 w 3029559"/>
              <a:gd name="connsiteY7" fmla="*/ 1765911 h 3616176"/>
              <a:gd name="connsiteX8" fmla="*/ 2520478 w 3029559"/>
              <a:gd name="connsiteY8" fmla="*/ 3407142 h 3616176"/>
              <a:gd name="connsiteX9" fmla="*/ 867524 w 3029559"/>
              <a:gd name="connsiteY9" fmla="*/ 3559542 h 3616176"/>
              <a:gd name="connsiteX10" fmla="*/ 492386 w 3029559"/>
              <a:gd name="connsiteY10" fmla="*/ 3090618 h 3616176"/>
              <a:gd name="connsiteX11" fmla="*/ 679955 w 3029559"/>
              <a:gd name="connsiteY11" fmla="*/ 1590065 h 3616176"/>
              <a:gd name="connsiteX12" fmla="*/ 504109 w 3029559"/>
              <a:gd name="connsiteY12" fmla="*/ 2164496 h 3616176"/>
              <a:gd name="connsiteX13" fmla="*/ 246202 w 3029559"/>
              <a:gd name="connsiteY13" fmla="*/ 2223111 h 3616176"/>
              <a:gd name="connsiteX14" fmla="*/ 17 w 3029559"/>
              <a:gd name="connsiteY14" fmla="*/ 2117603 h 3616176"/>
              <a:gd name="connsiteX15" fmla="*/ 257925 w 3029559"/>
              <a:gd name="connsiteY15" fmla="*/ 933573 h 3616176"/>
              <a:gd name="connsiteX16" fmla="*/ 562725 w 3029559"/>
              <a:gd name="connsiteY16" fmla="*/ 253634 h 3616176"/>
              <a:gd name="connsiteX17" fmla="*/ 1019925 w 3029559"/>
              <a:gd name="connsiteY17" fmla="*/ 89511 h 3616176"/>
              <a:gd name="connsiteX0" fmla="*/ 1019925 w 3029559"/>
              <a:gd name="connsiteY0" fmla="*/ 89511 h 3656012"/>
              <a:gd name="connsiteX1" fmla="*/ 1383340 w 3029559"/>
              <a:gd name="connsiteY1" fmla="*/ 382588 h 3656012"/>
              <a:gd name="connsiteX2" fmla="*/ 1875709 w 3029559"/>
              <a:gd name="connsiteY2" fmla="*/ 136403 h 3656012"/>
              <a:gd name="connsiteX3" fmla="*/ 2297740 w 3029559"/>
              <a:gd name="connsiteY3" fmla="*/ 136403 h 3656012"/>
              <a:gd name="connsiteX4" fmla="*/ 3001125 w 3029559"/>
              <a:gd name="connsiteY4" fmla="*/ 1847973 h 3656012"/>
              <a:gd name="connsiteX5" fmla="*/ 2860448 w 3029559"/>
              <a:gd name="connsiteY5" fmla="*/ 2234834 h 3656012"/>
              <a:gd name="connsiteX6" fmla="*/ 2567371 w 3029559"/>
              <a:gd name="connsiteY6" fmla="*/ 2270003 h 3656012"/>
              <a:gd name="connsiteX7" fmla="*/ 2297740 w 3029559"/>
              <a:gd name="connsiteY7" fmla="*/ 1765911 h 3656012"/>
              <a:gd name="connsiteX8" fmla="*/ 2332909 w 3029559"/>
              <a:gd name="connsiteY8" fmla="*/ 3477480 h 3656012"/>
              <a:gd name="connsiteX9" fmla="*/ 867524 w 3029559"/>
              <a:gd name="connsiteY9" fmla="*/ 3559542 h 3656012"/>
              <a:gd name="connsiteX10" fmla="*/ 492386 w 3029559"/>
              <a:gd name="connsiteY10" fmla="*/ 3090618 h 3656012"/>
              <a:gd name="connsiteX11" fmla="*/ 679955 w 3029559"/>
              <a:gd name="connsiteY11" fmla="*/ 1590065 h 3656012"/>
              <a:gd name="connsiteX12" fmla="*/ 504109 w 3029559"/>
              <a:gd name="connsiteY12" fmla="*/ 2164496 h 3656012"/>
              <a:gd name="connsiteX13" fmla="*/ 246202 w 3029559"/>
              <a:gd name="connsiteY13" fmla="*/ 2223111 h 3656012"/>
              <a:gd name="connsiteX14" fmla="*/ 17 w 3029559"/>
              <a:gd name="connsiteY14" fmla="*/ 2117603 h 3656012"/>
              <a:gd name="connsiteX15" fmla="*/ 257925 w 3029559"/>
              <a:gd name="connsiteY15" fmla="*/ 933573 h 3656012"/>
              <a:gd name="connsiteX16" fmla="*/ 562725 w 3029559"/>
              <a:gd name="connsiteY16" fmla="*/ 253634 h 3656012"/>
              <a:gd name="connsiteX17" fmla="*/ 1019925 w 3029559"/>
              <a:gd name="connsiteY17" fmla="*/ 89511 h 3656012"/>
              <a:gd name="connsiteX0" fmla="*/ 1031648 w 3029559"/>
              <a:gd name="connsiteY0" fmla="*/ 241911 h 3656012"/>
              <a:gd name="connsiteX1" fmla="*/ 1383340 w 3029559"/>
              <a:gd name="connsiteY1" fmla="*/ 382588 h 3656012"/>
              <a:gd name="connsiteX2" fmla="*/ 1875709 w 3029559"/>
              <a:gd name="connsiteY2" fmla="*/ 136403 h 3656012"/>
              <a:gd name="connsiteX3" fmla="*/ 2297740 w 3029559"/>
              <a:gd name="connsiteY3" fmla="*/ 136403 h 3656012"/>
              <a:gd name="connsiteX4" fmla="*/ 3001125 w 3029559"/>
              <a:gd name="connsiteY4" fmla="*/ 1847973 h 3656012"/>
              <a:gd name="connsiteX5" fmla="*/ 2860448 w 3029559"/>
              <a:gd name="connsiteY5" fmla="*/ 2234834 h 3656012"/>
              <a:gd name="connsiteX6" fmla="*/ 2567371 w 3029559"/>
              <a:gd name="connsiteY6" fmla="*/ 2270003 h 3656012"/>
              <a:gd name="connsiteX7" fmla="*/ 2297740 w 3029559"/>
              <a:gd name="connsiteY7" fmla="*/ 1765911 h 3656012"/>
              <a:gd name="connsiteX8" fmla="*/ 2332909 w 3029559"/>
              <a:gd name="connsiteY8" fmla="*/ 3477480 h 3656012"/>
              <a:gd name="connsiteX9" fmla="*/ 867524 w 3029559"/>
              <a:gd name="connsiteY9" fmla="*/ 3559542 h 3656012"/>
              <a:gd name="connsiteX10" fmla="*/ 492386 w 3029559"/>
              <a:gd name="connsiteY10" fmla="*/ 3090618 h 3656012"/>
              <a:gd name="connsiteX11" fmla="*/ 679955 w 3029559"/>
              <a:gd name="connsiteY11" fmla="*/ 1590065 h 3656012"/>
              <a:gd name="connsiteX12" fmla="*/ 504109 w 3029559"/>
              <a:gd name="connsiteY12" fmla="*/ 2164496 h 3656012"/>
              <a:gd name="connsiteX13" fmla="*/ 246202 w 3029559"/>
              <a:gd name="connsiteY13" fmla="*/ 2223111 h 3656012"/>
              <a:gd name="connsiteX14" fmla="*/ 17 w 3029559"/>
              <a:gd name="connsiteY14" fmla="*/ 2117603 h 3656012"/>
              <a:gd name="connsiteX15" fmla="*/ 257925 w 3029559"/>
              <a:gd name="connsiteY15" fmla="*/ 933573 h 3656012"/>
              <a:gd name="connsiteX16" fmla="*/ 562725 w 3029559"/>
              <a:gd name="connsiteY16" fmla="*/ 253634 h 3656012"/>
              <a:gd name="connsiteX17" fmla="*/ 1031648 w 3029559"/>
              <a:gd name="connsiteY17" fmla="*/ 241911 h 3656012"/>
              <a:gd name="connsiteX0" fmla="*/ 1031648 w 3024956"/>
              <a:gd name="connsiteY0" fmla="*/ 155350 h 3569451"/>
              <a:gd name="connsiteX1" fmla="*/ 1383340 w 3024956"/>
              <a:gd name="connsiteY1" fmla="*/ 296027 h 3569451"/>
              <a:gd name="connsiteX2" fmla="*/ 1875709 w 3024956"/>
              <a:gd name="connsiteY2" fmla="*/ 49842 h 3569451"/>
              <a:gd name="connsiteX3" fmla="*/ 2368078 w 3024956"/>
              <a:gd name="connsiteY3" fmla="*/ 178796 h 3569451"/>
              <a:gd name="connsiteX4" fmla="*/ 3001125 w 3024956"/>
              <a:gd name="connsiteY4" fmla="*/ 1761412 h 3569451"/>
              <a:gd name="connsiteX5" fmla="*/ 2860448 w 3024956"/>
              <a:gd name="connsiteY5" fmla="*/ 2148273 h 3569451"/>
              <a:gd name="connsiteX6" fmla="*/ 2567371 w 3024956"/>
              <a:gd name="connsiteY6" fmla="*/ 2183442 h 3569451"/>
              <a:gd name="connsiteX7" fmla="*/ 2297740 w 3024956"/>
              <a:gd name="connsiteY7" fmla="*/ 1679350 h 3569451"/>
              <a:gd name="connsiteX8" fmla="*/ 2332909 w 3024956"/>
              <a:gd name="connsiteY8" fmla="*/ 3390919 h 3569451"/>
              <a:gd name="connsiteX9" fmla="*/ 867524 w 3024956"/>
              <a:gd name="connsiteY9" fmla="*/ 3472981 h 3569451"/>
              <a:gd name="connsiteX10" fmla="*/ 492386 w 3024956"/>
              <a:gd name="connsiteY10" fmla="*/ 3004057 h 3569451"/>
              <a:gd name="connsiteX11" fmla="*/ 679955 w 3024956"/>
              <a:gd name="connsiteY11" fmla="*/ 1503504 h 3569451"/>
              <a:gd name="connsiteX12" fmla="*/ 504109 w 3024956"/>
              <a:gd name="connsiteY12" fmla="*/ 2077935 h 3569451"/>
              <a:gd name="connsiteX13" fmla="*/ 246202 w 3024956"/>
              <a:gd name="connsiteY13" fmla="*/ 2136550 h 3569451"/>
              <a:gd name="connsiteX14" fmla="*/ 17 w 3024956"/>
              <a:gd name="connsiteY14" fmla="*/ 2031042 h 3569451"/>
              <a:gd name="connsiteX15" fmla="*/ 257925 w 3024956"/>
              <a:gd name="connsiteY15" fmla="*/ 847012 h 3569451"/>
              <a:gd name="connsiteX16" fmla="*/ 562725 w 3024956"/>
              <a:gd name="connsiteY16" fmla="*/ 167073 h 3569451"/>
              <a:gd name="connsiteX17" fmla="*/ 1031648 w 3024956"/>
              <a:gd name="connsiteY17" fmla="*/ 155350 h 3569451"/>
              <a:gd name="connsiteX0" fmla="*/ 1031648 w 3024956"/>
              <a:gd name="connsiteY0" fmla="*/ 155350 h 3569451"/>
              <a:gd name="connsiteX1" fmla="*/ 1465402 w 3024956"/>
              <a:gd name="connsiteY1" fmla="*/ 296027 h 3569451"/>
              <a:gd name="connsiteX2" fmla="*/ 1875709 w 3024956"/>
              <a:gd name="connsiteY2" fmla="*/ 49842 h 3569451"/>
              <a:gd name="connsiteX3" fmla="*/ 2368078 w 3024956"/>
              <a:gd name="connsiteY3" fmla="*/ 178796 h 3569451"/>
              <a:gd name="connsiteX4" fmla="*/ 3001125 w 3024956"/>
              <a:gd name="connsiteY4" fmla="*/ 1761412 h 3569451"/>
              <a:gd name="connsiteX5" fmla="*/ 2860448 w 3024956"/>
              <a:gd name="connsiteY5" fmla="*/ 2148273 h 3569451"/>
              <a:gd name="connsiteX6" fmla="*/ 2567371 w 3024956"/>
              <a:gd name="connsiteY6" fmla="*/ 2183442 h 3569451"/>
              <a:gd name="connsiteX7" fmla="*/ 2297740 w 3024956"/>
              <a:gd name="connsiteY7" fmla="*/ 1679350 h 3569451"/>
              <a:gd name="connsiteX8" fmla="*/ 2332909 w 3024956"/>
              <a:gd name="connsiteY8" fmla="*/ 3390919 h 3569451"/>
              <a:gd name="connsiteX9" fmla="*/ 867524 w 3024956"/>
              <a:gd name="connsiteY9" fmla="*/ 3472981 h 3569451"/>
              <a:gd name="connsiteX10" fmla="*/ 492386 w 3024956"/>
              <a:gd name="connsiteY10" fmla="*/ 3004057 h 3569451"/>
              <a:gd name="connsiteX11" fmla="*/ 679955 w 3024956"/>
              <a:gd name="connsiteY11" fmla="*/ 1503504 h 3569451"/>
              <a:gd name="connsiteX12" fmla="*/ 504109 w 3024956"/>
              <a:gd name="connsiteY12" fmla="*/ 2077935 h 3569451"/>
              <a:gd name="connsiteX13" fmla="*/ 246202 w 3024956"/>
              <a:gd name="connsiteY13" fmla="*/ 2136550 h 3569451"/>
              <a:gd name="connsiteX14" fmla="*/ 17 w 3024956"/>
              <a:gd name="connsiteY14" fmla="*/ 2031042 h 3569451"/>
              <a:gd name="connsiteX15" fmla="*/ 257925 w 3024956"/>
              <a:gd name="connsiteY15" fmla="*/ 847012 h 3569451"/>
              <a:gd name="connsiteX16" fmla="*/ 562725 w 3024956"/>
              <a:gd name="connsiteY16" fmla="*/ 167073 h 3569451"/>
              <a:gd name="connsiteX17" fmla="*/ 1031648 w 3024956"/>
              <a:gd name="connsiteY17" fmla="*/ 155350 h 3569451"/>
              <a:gd name="connsiteX0" fmla="*/ 1031648 w 3024956"/>
              <a:gd name="connsiteY0" fmla="*/ 131487 h 3545588"/>
              <a:gd name="connsiteX1" fmla="*/ 1465402 w 3024956"/>
              <a:gd name="connsiteY1" fmla="*/ 272164 h 3545588"/>
              <a:gd name="connsiteX2" fmla="*/ 1969494 w 3024956"/>
              <a:gd name="connsiteY2" fmla="*/ 72872 h 3545588"/>
              <a:gd name="connsiteX3" fmla="*/ 2368078 w 3024956"/>
              <a:gd name="connsiteY3" fmla="*/ 154933 h 3545588"/>
              <a:gd name="connsiteX4" fmla="*/ 3001125 w 3024956"/>
              <a:gd name="connsiteY4" fmla="*/ 1737549 h 3545588"/>
              <a:gd name="connsiteX5" fmla="*/ 2860448 w 3024956"/>
              <a:gd name="connsiteY5" fmla="*/ 2124410 h 3545588"/>
              <a:gd name="connsiteX6" fmla="*/ 2567371 w 3024956"/>
              <a:gd name="connsiteY6" fmla="*/ 2159579 h 3545588"/>
              <a:gd name="connsiteX7" fmla="*/ 2297740 w 3024956"/>
              <a:gd name="connsiteY7" fmla="*/ 1655487 h 3545588"/>
              <a:gd name="connsiteX8" fmla="*/ 2332909 w 3024956"/>
              <a:gd name="connsiteY8" fmla="*/ 3367056 h 3545588"/>
              <a:gd name="connsiteX9" fmla="*/ 867524 w 3024956"/>
              <a:gd name="connsiteY9" fmla="*/ 3449118 h 3545588"/>
              <a:gd name="connsiteX10" fmla="*/ 492386 w 3024956"/>
              <a:gd name="connsiteY10" fmla="*/ 2980194 h 3545588"/>
              <a:gd name="connsiteX11" fmla="*/ 679955 w 3024956"/>
              <a:gd name="connsiteY11" fmla="*/ 1479641 h 3545588"/>
              <a:gd name="connsiteX12" fmla="*/ 504109 w 3024956"/>
              <a:gd name="connsiteY12" fmla="*/ 2054072 h 3545588"/>
              <a:gd name="connsiteX13" fmla="*/ 246202 w 3024956"/>
              <a:gd name="connsiteY13" fmla="*/ 2112687 h 3545588"/>
              <a:gd name="connsiteX14" fmla="*/ 17 w 3024956"/>
              <a:gd name="connsiteY14" fmla="*/ 2007179 h 3545588"/>
              <a:gd name="connsiteX15" fmla="*/ 257925 w 3024956"/>
              <a:gd name="connsiteY15" fmla="*/ 823149 h 3545588"/>
              <a:gd name="connsiteX16" fmla="*/ 562725 w 3024956"/>
              <a:gd name="connsiteY16" fmla="*/ 143210 h 3545588"/>
              <a:gd name="connsiteX17" fmla="*/ 1031648 w 3024956"/>
              <a:gd name="connsiteY17" fmla="*/ 131487 h 3545588"/>
              <a:gd name="connsiteX0" fmla="*/ 1031648 w 3020469"/>
              <a:gd name="connsiteY0" fmla="*/ 89811 h 3503912"/>
              <a:gd name="connsiteX1" fmla="*/ 1465402 w 3020469"/>
              <a:gd name="connsiteY1" fmla="*/ 230488 h 3503912"/>
              <a:gd name="connsiteX2" fmla="*/ 1969494 w 3020469"/>
              <a:gd name="connsiteY2" fmla="*/ 31196 h 3503912"/>
              <a:gd name="connsiteX3" fmla="*/ 2438417 w 3020469"/>
              <a:gd name="connsiteY3" fmla="*/ 183595 h 3503912"/>
              <a:gd name="connsiteX4" fmla="*/ 3001125 w 3020469"/>
              <a:gd name="connsiteY4" fmla="*/ 1695873 h 3503912"/>
              <a:gd name="connsiteX5" fmla="*/ 2860448 w 3020469"/>
              <a:gd name="connsiteY5" fmla="*/ 2082734 h 3503912"/>
              <a:gd name="connsiteX6" fmla="*/ 2567371 w 3020469"/>
              <a:gd name="connsiteY6" fmla="*/ 2117903 h 3503912"/>
              <a:gd name="connsiteX7" fmla="*/ 2297740 w 3020469"/>
              <a:gd name="connsiteY7" fmla="*/ 1613811 h 3503912"/>
              <a:gd name="connsiteX8" fmla="*/ 2332909 w 3020469"/>
              <a:gd name="connsiteY8" fmla="*/ 3325380 h 3503912"/>
              <a:gd name="connsiteX9" fmla="*/ 867524 w 3020469"/>
              <a:gd name="connsiteY9" fmla="*/ 3407442 h 3503912"/>
              <a:gd name="connsiteX10" fmla="*/ 492386 w 3020469"/>
              <a:gd name="connsiteY10" fmla="*/ 2938518 h 3503912"/>
              <a:gd name="connsiteX11" fmla="*/ 679955 w 3020469"/>
              <a:gd name="connsiteY11" fmla="*/ 1437965 h 3503912"/>
              <a:gd name="connsiteX12" fmla="*/ 504109 w 3020469"/>
              <a:gd name="connsiteY12" fmla="*/ 2012396 h 3503912"/>
              <a:gd name="connsiteX13" fmla="*/ 246202 w 3020469"/>
              <a:gd name="connsiteY13" fmla="*/ 2071011 h 3503912"/>
              <a:gd name="connsiteX14" fmla="*/ 17 w 3020469"/>
              <a:gd name="connsiteY14" fmla="*/ 1965503 h 3503912"/>
              <a:gd name="connsiteX15" fmla="*/ 257925 w 3020469"/>
              <a:gd name="connsiteY15" fmla="*/ 781473 h 3503912"/>
              <a:gd name="connsiteX16" fmla="*/ 562725 w 3020469"/>
              <a:gd name="connsiteY16" fmla="*/ 101534 h 3503912"/>
              <a:gd name="connsiteX17" fmla="*/ 1031648 w 3020469"/>
              <a:gd name="connsiteY17" fmla="*/ 89811 h 3503912"/>
              <a:gd name="connsiteX0" fmla="*/ 1043370 w 3032191"/>
              <a:gd name="connsiteY0" fmla="*/ 89811 h 3503912"/>
              <a:gd name="connsiteX1" fmla="*/ 1477124 w 3032191"/>
              <a:gd name="connsiteY1" fmla="*/ 230488 h 3503912"/>
              <a:gd name="connsiteX2" fmla="*/ 1981216 w 3032191"/>
              <a:gd name="connsiteY2" fmla="*/ 31196 h 3503912"/>
              <a:gd name="connsiteX3" fmla="*/ 2450139 w 3032191"/>
              <a:gd name="connsiteY3" fmla="*/ 183595 h 3503912"/>
              <a:gd name="connsiteX4" fmla="*/ 3012847 w 3032191"/>
              <a:gd name="connsiteY4" fmla="*/ 1695873 h 3503912"/>
              <a:gd name="connsiteX5" fmla="*/ 2872170 w 3032191"/>
              <a:gd name="connsiteY5" fmla="*/ 2082734 h 3503912"/>
              <a:gd name="connsiteX6" fmla="*/ 2579093 w 3032191"/>
              <a:gd name="connsiteY6" fmla="*/ 2117903 h 3503912"/>
              <a:gd name="connsiteX7" fmla="*/ 2309462 w 3032191"/>
              <a:gd name="connsiteY7" fmla="*/ 1613811 h 3503912"/>
              <a:gd name="connsiteX8" fmla="*/ 2344631 w 3032191"/>
              <a:gd name="connsiteY8" fmla="*/ 3325380 h 3503912"/>
              <a:gd name="connsiteX9" fmla="*/ 879246 w 3032191"/>
              <a:gd name="connsiteY9" fmla="*/ 3407442 h 3503912"/>
              <a:gd name="connsiteX10" fmla="*/ 504108 w 3032191"/>
              <a:gd name="connsiteY10" fmla="*/ 2938518 h 3503912"/>
              <a:gd name="connsiteX11" fmla="*/ 691677 w 3032191"/>
              <a:gd name="connsiteY11" fmla="*/ 1437965 h 3503912"/>
              <a:gd name="connsiteX12" fmla="*/ 515831 w 3032191"/>
              <a:gd name="connsiteY12" fmla="*/ 2012396 h 3503912"/>
              <a:gd name="connsiteX13" fmla="*/ 257924 w 3032191"/>
              <a:gd name="connsiteY13" fmla="*/ 2071011 h 3503912"/>
              <a:gd name="connsiteX14" fmla="*/ 16 w 3032191"/>
              <a:gd name="connsiteY14" fmla="*/ 1777934 h 3503912"/>
              <a:gd name="connsiteX15" fmla="*/ 269647 w 3032191"/>
              <a:gd name="connsiteY15" fmla="*/ 781473 h 3503912"/>
              <a:gd name="connsiteX16" fmla="*/ 574447 w 3032191"/>
              <a:gd name="connsiteY16" fmla="*/ 101534 h 3503912"/>
              <a:gd name="connsiteX17" fmla="*/ 1043370 w 3032191"/>
              <a:gd name="connsiteY17" fmla="*/ 89811 h 3503912"/>
              <a:gd name="connsiteX0" fmla="*/ 1044466 w 3033287"/>
              <a:gd name="connsiteY0" fmla="*/ 89811 h 3503912"/>
              <a:gd name="connsiteX1" fmla="*/ 1478220 w 3033287"/>
              <a:gd name="connsiteY1" fmla="*/ 230488 h 3503912"/>
              <a:gd name="connsiteX2" fmla="*/ 1982312 w 3033287"/>
              <a:gd name="connsiteY2" fmla="*/ 31196 h 3503912"/>
              <a:gd name="connsiteX3" fmla="*/ 2451235 w 3033287"/>
              <a:gd name="connsiteY3" fmla="*/ 183595 h 3503912"/>
              <a:gd name="connsiteX4" fmla="*/ 3013943 w 3033287"/>
              <a:gd name="connsiteY4" fmla="*/ 1695873 h 3503912"/>
              <a:gd name="connsiteX5" fmla="*/ 2873266 w 3033287"/>
              <a:gd name="connsiteY5" fmla="*/ 2082734 h 3503912"/>
              <a:gd name="connsiteX6" fmla="*/ 2580189 w 3033287"/>
              <a:gd name="connsiteY6" fmla="*/ 2117903 h 3503912"/>
              <a:gd name="connsiteX7" fmla="*/ 2310558 w 3033287"/>
              <a:gd name="connsiteY7" fmla="*/ 1613811 h 3503912"/>
              <a:gd name="connsiteX8" fmla="*/ 2345727 w 3033287"/>
              <a:gd name="connsiteY8" fmla="*/ 3325380 h 3503912"/>
              <a:gd name="connsiteX9" fmla="*/ 880342 w 3033287"/>
              <a:gd name="connsiteY9" fmla="*/ 3407442 h 3503912"/>
              <a:gd name="connsiteX10" fmla="*/ 505204 w 3033287"/>
              <a:gd name="connsiteY10" fmla="*/ 2938518 h 3503912"/>
              <a:gd name="connsiteX11" fmla="*/ 692773 w 3033287"/>
              <a:gd name="connsiteY11" fmla="*/ 1437965 h 3503912"/>
              <a:gd name="connsiteX12" fmla="*/ 516927 w 3033287"/>
              <a:gd name="connsiteY12" fmla="*/ 2012396 h 3503912"/>
              <a:gd name="connsiteX13" fmla="*/ 188681 w 3033287"/>
              <a:gd name="connsiteY13" fmla="*/ 2071011 h 3503912"/>
              <a:gd name="connsiteX14" fmla="*/ 1112 w 3033287"/>
              <a:gd name="connsiteY14" fmla="*/ 1777934 h 3503912"/>
              <a:gd name="connsiteX15" fmla="*/ 270743 w 3033287"/>
              <a:gd name="connsiteY15" fmla="*/ 781473 h 3503912"/>
              <a:gd name="connsiteX16" fmla="*/ 575543 w 3033287"/>
              <a:gd name="connsiteY16" fmla="*/ 101534 h 3503912"/>
              <a:gd name="connsiteX17" fmla="*/ 1044466 w 3033287"/>
              <a:gd name="connsiteY17" fmla="*/ 89811 h 3503912"/>
              <a:gd name="connsiteX0" fmla="*/ 1044404 w 3033225"/>
              <a:gd name="connsiteY0" fmla="*/ 89811 h 3503912"/>
              <a:gd name="connsiteX1" fmla="*/ 1478158 w 3033225"/>
              <a:gd name="connsiteY1" fmla="*/ 230488 h 3503912"/>
              <a:gd name="connsiteX2" fmla="*/ 1982250 w 3033225"/>
              <a:gd name="connsiteY2" fmla="*/ 31196 h 3503912"/>
              <a:gd name="connsiteX3" fmla="*/ 2451173 w 3033225"/>
              <a:gd name="connsiteY3" fmla="*/ 183595 h 3503912"/>
              <a:gd name="connsiteX4" fmla="*/ 3013881 w 3033225"/>
              <a:gd name="connsiteY4" fmla="*/ 1695873 h 3503912"/>
              <a:gd name="connsiteX5" fmla="*/ 2873204 w 3033225"/>
              <a:gd name="connsiteY5" fmla="*/ 2082734 h 3503912"/>
              <a:gd name="connsiteX6" fmla="*/ 2580127 w 3033225"/>
              <a:gd name="connsiteY6" fmla="*/ 2117903 h 3503912"/>
              <a:gd name="connsiteX7" fmla="*/ 2310496 w 3033225"/>
              <a:gd name="connsiteY7" fmla="*/ 1613811 h 3503912"/>
              <a:gd name="connsiteX8" fmla="*/ 2345665 w 3033225"/>
              <a:gd name="connsiteY8" fmla="*/ 3325380 h 3503912"/>
              <a:gd name="connsiteX9" fmla="*/ 880280 w 3033225"/>
              <a:gd name="connsiteY9" fmla="*/ 3407442 h 3503912"/>
              <a:gd name="connsiteX10" fmla="*/ 505142 w 3033225"/>
              <a:gd name="connsiteY10" fmla="*/ 2938518 h 3503912"/>
              <a:gd name="connsiteX11" fmla="*/ 692711 w 3033225"/>
              <a:gd name="connsiteY11" fmla="*/ 1437965 h 3503912"/>
              <a:gd name="connsiteX12" fmla="*/ 469973 w 3033225"/>
              <a:gd name="connsiteY12" fmla="*/ 2000673 h 3503912"/>
              <a:gd name="connsiteX13" fmla="*/ 188619 w 3033225"/>
              <a:gd name="connsiteY13" fmla="*/ 2071011 h 3503912"/>
              <a:gd name="connsiteX14" fmla="*/ 1050 w 3033225"/>
              <a:gd name="connsiteY14" fmla="*/ 1777934 h 3503912"/>
              <a:gd name="connsiteX15" fmla="*/ 270681 w 3033225"/>
              <a:gd name="connsiteY15" fmla="*/ 781473 h 3503912"/>
              <a:gd name="connsiteX16" fmla="*/ 575481 w 3033225"/>
              <a:gd name="connsiteY16" fmla="*/ 101534 h 3503912"/>
              <a:gd name="connsiteX17" fmla="*/ 1044404 w 3033225"/>
              <a:gd name="connsiteY17" fmla="*/ 89811 h 350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33225" h="3503912">
                <a:moveTo>
                  <a:pt x="1044404" y="89811"/>
                </a:moveTo>
                <a:cubicBezTo>
                  <a:pt x="1194850" y="111303"/>
                  <a:pt x="1321850" y="240257"/>
                  <a:pt x="1478158" y="230488"/>
                </a:cubicBezTo>
                <a:cubicBezTo>
                  <a:pt x="1634466" y="220719"/>
                  <a:pt x="1820081" y="39011"/>
                  <a:pt x="1982250" y="31196"/>
                </a:cubicBezTo>
                <a:cubicBezTo>
                  <a:pt x="2144419" y="23381"/>
                  <a:pt x="2279234" y="-93851"/>
                  <a:pt x="2451173" y="183595"/>
                </a:cubicBezTo>
                <a:cubicBezTo>
                  <a:pt x="2623112" y="461041"/>
                  <a:pt x="2943543" y="1379350"/>
                  <a:pt x="3013881" y="1695873"/>
                </a:cubicBezTo>
                <a:cubicBezTo>
                  <a:pt x="3084219" y="2012396"/>
                  <a:pt x="2945496" y="2012396"/>
                  <a:pt x="2873204" y="2082734"/>
                </a:cubicBezTo>
                <a:cubicBezTo>
                  <a:pt x="2800912" y="2153072"/>
                  <a:pt x="2673912" y="2196057"/>
                  <a:pt x="2580127" y="2117903"/>
                </a:cubicBezTo>
                <a:cubicBezTo>
                  <a:pt x="2486342" y="2039749"/>
                  <a:pt x="2349573" y="1412565"/>
                  <a:pt x="2310496" y="1613811"/>
                </a:cubicBezTo>
                <a:cubicBezTo>
                  <a:pt x="2271419" y="1815057"/>
                  <a:pt x="2584034" y="3026442"/>
                  <a:pt x="2345665" y="3325380"/>
                </a:cubicBezTo>
                <a:cubicBezTo>
                  <a:pt x="2107296" y="3624318"/>
                  <a:pt x="1187034" y="3471919"/>
                  <a:pt x="880280" y="3407442"/>
                </a:cubicBezTo>
                <a:cubicBezTo>
                  <a:pt x="573526" y="3342965"/>
                  <a:pt x="536403" y="3266764"/>
                  <a:pt x="505142" y="2938518"/>
                </a:cubicBezTo>
                <a:cubicBezTo>
                  <a:pt x="473881" y="2610272"/>
                  <a:pt x="698572" y="1594272"/>
                  <a:pt x="692711" y="1437965"/>
                </a:cubicBezTo>
                <a:cubicBezTo>
                  <a:pt x="686850" y="1281658"/>
                  <a:pt x="553988" y="1895165"/>
                  <a:pt x="469973" y="2000673"/>
                </a:cubicBezTo>
                <a:cubicBezTo>
                  <a:pt x="385958" y="2106181"/>
                  <a:pt x="266773" y="2108134"/>
                  <a:pt x="188619" y="2071011"/>
                </a:cubicBezTo>
                <a:cubicBezTo>
                  <a:pt x="110465" y="2033888"/>
                  <a:pt x="-12627" y="1992857"/>
                  <a:pt x="1050" y="1777934"/>
                </a:cubicBezTo>
                <a:cubicBezTo>
                  <a:pt x="14727" y="1563011"/>
                  <a:pt x="176896" y="1092134"/>
                  <a:pt x="270681" y="781473"/>
                </a:cubicBezTo>
                <a:cubicBezTo>
                  <a:pt x="364466" y="470812"/>
                  <a:pt x="446527" y="216811"/>
                  <a:pt x="575481" y="101534"/>
                </a:cubicBezTo>
                <a:cubicBezTo>
                  <a:pt x="704435" y="-13743"/>
                  <a:pt x="893958" y="68319"/>
                  <a:pt x="1044404" y="89811"/>
                </a:cubicBez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18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金子　幸弘</dc:creator>
  <cp:lastModifiedBy>金子　幸弘</cp:lastModifiedBy>
  <cp:revision>1</cp:revision>
  <dcterms:created xsi:type="dcterms:W3CDTF">2025-11-20T03:25:22Z</dcterms:created>
  <dcterms:modified xsi:type="dcterms:W3CDTF">2025-11-20T04:36:45Z</dcterms:modified>
</cp:coreProperties>
</file>